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29260800" cy="16459200"/>
  <p:notesSz cx="9144000" cy="6858000"/>
  <p:defaultTextStyle>
    <a:defPPr marL="0" marR="0" indent="0" algn="l" defTabSz="522243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2611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2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60"/>
  </p:normalViewPr>
  <p:slideViewPr>
    <p:cSldViewPr snapToGrid="0">
      <p:cViewPr varScale="1">
        <p:scale>
          <a:sx n="31" d="100"/>
          <a:sy n="31" d="100"/>
        </p:scale>
        <p:origin x="12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685">
        <a:latin typeface="+mj-lt"/>
        <a:ea typeface="+mj-ea"/>
        <a:cs typeface="+mj-cs"/>
        <a:sym typeface="Calibri"/>
      </a:defRPr>
    </a:lvl1pPr>
    <a:lvl2pPr indent="130560" latinLnBrk="0">
      <a:defRPr sz="685">
        <a:latin typeface="+mj-lt"/>
        <a:ea typeface="+mj-ea"/>
        <a:cs typeface="+mj-cs"/>
        <a:sym typeface="Calibri"/>
      </a:defRPr>
    </a:lvl2pPr>
    <a:lvl3pPr indent="261120" latinLnBrk="0">
      <a:defRPr sz="685">
        <a:latin typeface="+mj-lt"/>
        <a:ea typeface="+mj-ea"/>
        <a:cs typeface="+mj-cs"/>
        <a:sym typeface="Calibri"/>
      </a:defRPr>
    </a:lvl3pPr>
    <a:lvl4pPr indent="391683" latinLnBrk="0">
      <a:defRPr sz="685">
        <a:latin typeface="+mj-lt"/>
        <a:ea typeface="+mj-ea"/>
        <a:cs typeface="+mj-cs"/>
        <a:sym typeface="Calibri"/>
      </a:defRPr>
    </a:lvl4pPr>
    <a:lvl5pPr indent="522243" latinLnBrk="0">
      <a:defRPr sz="685">
        <a:latin typeface="+mj-lt"/>
        <a:ea typeface="+mj-ea"/>
        <a:cs typeface="+mj-cs"/>
        <a:sym typeface="Calibri"/>
      </a:defRPr>
    </a:lvl5pPr>
    <a:lvl6pPr indent="652806" latinLnBrk="0">
      <a:defRPr sz="685">
        <a:latin typeface="+mj-lt"/>
        <a:ea typeface="+mj-ea"/>
        <a:cs typeface="+mj-cs"/>
        <a:sym typeface="Calibri"/>
      </a:defRPr>
    </a:lvl6pPr>
    <a:lvl7pPr indent="783363" latinLnBrk="0">
      <a:defRPr sz="685">
        <a:latin typeface="+mj-lt"/>
        <a:ea typeface="+mj-ea"/>
        <a:cs typeface="+mj-cs"/>
        <a:sym typeface="Calibri"/>
      </a:defRPr>
    </a:lvl7pPr>
    <a:lvl8pPr indent="913926" latinLnBrk="0">
      <a:defRPr sz="685">
        <a:latin typeface="+mj-lt"/>
        <a:ea typeface="+mj-ea"/>
        <a:cs typeface="+mj-cs"/>
        <a:sym typeface="Calibri"/>
      </a:defRPr>
    </a:lvl8pPr>
    <a:lvl9pPr indent="1044486" latinLnBrk="0">
      <a:defRPr sz="685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2194565" y="2693670"/>
            <a:ext cx="24871683" cy="573024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6202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7600" y="8644893"/>
            <a:ext cx="21945600" cy="397383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5101"/>
            </a:lvl1pPr>
            <a:lvl2pPr marL="0" indent="0" algn="ctr">
              <a:buSzTx/>
              <a:buFontTx/>
              <a:buNone/>
              <a:defRPr sz="5101"/>
            </a:lvl2pPr>
            <a:lvl3pPr marL="0" indent="0" algn="ctr">
              <a:buSzTx/>
              <a:buFontTx/>
              <a:buNone/>
              <a:defRPr sz="5101"/>
            </a:lvl3pPr>
            <a:lvl4pPr marL="0" indent="0" algn="ctr">
              <a:buSzTx/>
              <a:buFontTx/>
              <a:buNone/>
              <a:defRPr sz="5101"/>
            </a:lvl4pPr>
            <a:lvl5pPr marL="0" indent="0" algn="ctr">
              <a:buSzTx/>
              <a:buFontTx/>
              <a:buNone/>
              <a:defRPr sz="510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1996445" y="4103373"/>
            <a:ext cx="25237440" cy="6846573"/>
          </a:xfrm>
          <a:prstGeom prst="rect">
            <a:avLst/>
          </a:prstGeom>
        </p:spPr>
        <p:txBody>
          <a:bodyPr anchor="b"/>
          <a:lstStyle>
            <a:lvl1pPr>
              <a:defRPr sz="12803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996445" y="11014715"/>
            <a:ext cx="25237440" cy="360045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5101"/>
            </a:lvl1pPr>
            <a:lvl2pPr marL="0" indent="0">
              <a:buSzTx/>
              <a:buFontTx/>
              <a:buNone/>
              <a:defRPr sz="5101"/>
            </a:lvl2pPr>
            <a:lvl3pPr marL="0" indent="0">
              <a:buSzTx/>
              <a:buFontTx/>
              <a:buNone/>
              <a:defRPr sz="5101"/>
            </a:lvl3pPr>
            <a:lvl4pPr marL="0" indent="0">
              <a:buSzTx/>
              <a:buFontTx/>
              <a:buNone/>
              <a:defRPr sz="5101"/>
            </a:lvl4pPr>
            <a:lvl5pPr marL="0" indent="0">
              <a:buSzTx/>
              <a:buFontTx/>
              <a:buNone/>
              <a:defRPr sz="510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011682" y="4381501"/>
            <a:ext cx="12435843" cy="104432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2015494" y="876305"/>
            <a:ext cx="25237440" cy="318135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015494" y="4034795"/>
            <a:ext cx="12378688" cy="1977392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5101" b="1"/>
            </a:lvl1pPr>
            <a:lvl2pPr marL="0" indent="0">
              <a:buSzTx/>
              <a:buFontTx/>
              <a:buNone/>
              <a:defRPr sz="5101" b="1"/>
            </a:lvl2pPr>
            <a:lvl3pPr marL="0" indent="0">
              <a:buSzTx/>
              <a:buFontTx/>
              <a:buNone/>
              <a:defRPr sz="5101" b="1"/>
            </a:lvl3pPr>
            <a:lvl4pPr marL="0" indent="0">
              <a:buSzTx/>
              <a:buFontTx/>
              <a:buNone/>
              <a:defRPr sz="5101" b="1"/>
            </a:lvl4pPr>
            <a:lvl5pPr marL="0" indent="0">
              <a:buSzTx/>
              <a:buFontTx/>
              <a:buNone/>
              <a:defRPr sz="5101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813283" y="4034795"/>
            <a:ext cx="12439654" cy="1977392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1500" b="1"/>
            </a:lvl1pPr>
          </a:lstStyle>
          <a:p>
            <a:pPr marL="0" indent="0">
              <a:buSzTx/>
              <a:buFontTx/>
              <a:buNone/>
              <a:defRPr sz="115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2015494" y="1097280"/>
            <a:ext cx="9437370" cy="3840480"/>
          </a:xfrm>
          <a:prstGeom prst="rect">
            <a:avLst/>
          </a:prstGeom>
        </p:spPr>
        <p:txBody>
          <a:bodyPr anchor="b"/>
          <a:lstStyle>
            <a:lvl1pPr>
              <a:defRPr sz="6803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439653" y="2369826"/>
            <a:ext cx="14813283" cy="11696701"/>
          </a:xfrm>
          <a:prstGeom prst="rect">
            <a:avLst/>
          </a:prstGeom>
        </p:spPr>
        <p:txBody>
          <a:bodyPr/>
          <a:lstStyle>
            <a:lvl1pPr>
              <a:defRPr sz="6803"/>
            </a:lvl1pPr>
            <a:lvl2pPr marL="1532784" indent="-557046">
              <a:defRPr sz="6803"/>
            </a:lvl2pPr>
            <a:lvl3pPr marL="2600554" indent="-649078">
              <a:defRPr sz="6803"/>
            </a:lvl3pPr>
            <a:lvl4pPr marL="3704755" indent="-777542">
              <a:defRPr sz="6803"/>
            </a:lvl4pPr>
            <a:lvl5pPr marL="4680493" indent="-777542">
              <a:defRPr sz="680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15494" y="4937762"/>
            <a:ext cx="9437370" cy="914781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7600"/>
            </a:lvl1pPr>
          </a:lstStyle>
          <a:p>
            <a:pPr marL="0" indent="0">
              <a:buSzTx/>
              <a:buFontTx/>
              <a:buNone/>
              <a:defRPr sz="7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2015494" y="1097280"/>
            <a:ext cx="9437370" cy="3840480"/>
          </a:xfrm>
          <a:prstGeom prst="rect">
            <a:avLst/>
          </a:prstGeom>
        </p:spPr>
        <p:txBody>
          <a:bodyPr anchor="b"/>
          <a:lstStyle>
            <a:lvl1pPr>
              <a:defRPr sz="6803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2439653" y="2369826"/>
            <a:ext cx="14813283" cy="116967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015494" y="4937762"/>
            <a:ext cx="9437370" cy="914781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3350"/>
            </a:lvl1pPr>
            <a:lvl2pPr marL="0" indent="0">
              <a:buSzTx/>
              <a:buFontTx/>
              <a:buNone/>
              <a:defRPr sz="3350"/>
            </a:lvl2pPr>
            <a:lvl3pPr marL="0" indent="0">
              <a:buSzTx/>
              <a:buFontTx/>
              <a:buNone/>
              <a:defRPr sz="3350"/>
            </a:lvl3pPr>
            <a:lvl4pPr marL="0" indent="0">
              <a:buSzTx/>
              <a:buFontTx/>
              <a:buNone/>
              <a:defRPr sz="3350"/>
            </a:lvl4pPr>
            <a:lvl5pPr marL="0" indent="0">
              <a:buSzTx/>
              <a:buFontTx/>
              <a:buNone/>
              <a:defRPr sz="33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2194565" y="2693670"/>
            <a:ext cx="24871683" cy="573024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6202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7600" y="8644893"/>
            <a:ext cx="21945600" cy="397383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5101"/>
            </a:lvl1pPr>
            <a:lvl2pPr marL="0" indent="0" algn="ctr">
              <a:buSzTx/>
              <a:buFontTx/>
              <a:buNone/>
              <a:defRPr sz="5101"/>
            </a:lvl2pPr>
            <a:lvl3pPr marL="0" indent="0" algn="ctr">
              <a:buSzTx/>
              <a:buFontTx/>
              <a:buNone/>
              <a:defRPr sz="5101"/>
            </a:lvl3pPr>
            <a:lvl4pPr marL="0" indent="0" algn="ctr">
              <a:buSzTx/>
              <a:buFontTx/>
              <a:buNone/>
              <a:defRPr sz="5101"/>
            </a:lvl4pPr>
            <a:lvl5pPr marL="0" indent="0" algn="ctr">
              <a:buSzTx/>
              <a:buFontTx/>
              <a:buNone/>
              <a:defRPr sz="510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1996445" y="4103373"/>
            <a:ext cx="25237440" cy="6846573"/>
          </a:xfrm>
          <a:prstGeom prst="rect">
            <a:avLst/>
          </a:prstGeom>
        </p:spPr>
        <p:txBody>
          <a:bodyPr anchor="b"/>
          <a:lstStyle>
            <a:lvl1pPr>
              <a:defRPr sz="12803"/>
            </a:lvl1pPr>
          </a:lstStyle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996445" y="11014715"/>
            <a:ext cx="25237440" cy="360045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5101"/>
            </a:lvl1pPr>
            <a:lvl2pPr marL="0" indent="0">
              <a:buSzTx/>
              <a:buFontTx/>
              <a:buNone/>
              <a:defRPr sz="5101"/>
            </a:lvl2pPr>
            <a:lvl3pPr marL="0" indent="0">
              <a:buSzTx/>
              <a:buFontTx/>
              <a:buNone/>
              <a:defRPr sz="5101"/>
            </a:lvl3pPr>
            <a:lvl4pPr marL="0" indent="0">
              <a:buSzTx/>
              <a:buFontTx/>
              <a:buNone/>
              <a:defRPr sz="5101"/>
            </a:lvl4pPr>
            <a:lvl5pPr marL="0" indent="0">
              <a:buSzTx/>
              <a:buFontTx/>
              <a:buNone/>
              <a:defRPr sz="510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011682" y="4381501"/>
            <a:ext cx="12435843" cy="104432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2015494" y="876305"/>
            <a:ext cx="25237440" cy="318135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015494" y="4034795"/>
            <a:ext cx="12378688" cy="1977392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5101" b="1"/>
            </a:lvl1pPr>
            <a:lvl2pPr marL="0" indent="0">
              <a:buSzTx/>
              <a:buFontTx/>
              <a:buNone/>
              <a:defRPr sz="5101" b="1"/>
            </a:lvl2pPr>
            <a:lvl3pPr marL="0" indent="0">
              <a:buSzTx/>
              <a:buFontTx/>
              <a:buNone/>
              <a:defRPr sz="5101" b="1"/>
            </a:lvl3pPr>
            <a:lvl4pPr marL="0" indent="0">
              <a:buSzTx/>
              <a:buFontTx/>
              <a:buNone/>
              <a:defRPr sz="5101" b="1"/>
            </a:lvl4pPr>
            <a:lvl5pPr marL="0" indent="0">
              <a:buSzTx/>
              <a:buFontTx/>
              <a:buNone/>
              <a:defRPr sz="5101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813287" y="4034795"/>
            <a:ext cx="12439654" cy="1977392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1500" b="1"/>
            </a:lvl1pPr>
          </a:lstStyle>
          <a:p>
            <a:pPr marL="0" indent="0">
              <a:buSzTx/>
              <a:buFontTx/>
              <a:buNone/>
              <a:defRPr sz="11500" b="1"/>
            </a:pPr>
            <a:endParaRPr/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Text"/>
          <p:cNvSpPr txBox="1">
            <a:spLocks noGrp="1"/>
          </p:cNvSpPr>
          <p:nvPr>
            <p:ph type="title"/>
          </p:nvPr>
        </p:nvSpPr>
        <p:spPr>
          <a:xfrm>
            <a:off x="2015494" y="1097280"/>
            <a:ext cx="9437370" cy="3840480"/>
          </a:xfrm>
          <a:prstGeom prst="rect">
            <a:avLst/>
          </a:prstGeom>
        </p:spPr>
        <p:txBody>
          <a:bodyPr anchor="b"/>
          <a:lstStyle>
            <a:lvl1pPr>
              <a:defRPr sz="6803"/>
            </a:lvl1pPr>
          </a:lstStyle>
          <a:p>
            <a:r>
              <a:t>Title Text</a:t>
            </a:r>
          </a:p>
        </p:txBody>
      </p:sp>
      <p:sp>
        <p:nvSpPr>
          <p:cNvPr id="15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439653" y="2369826"/>
            <a:ext cx="14813283" cy="11696701"/>
          </a:xfrm>
          <a:prstGeom prst="rect">
            <a:avLst/>
          </a:prstGeom>
        </p:spPr>
        <p:txBody>
          <a:bodyPr/>
          <a:lstStyle>
            <a:lvl1pPr>
              <a:defRPr sz="6803"/>
            </a:lvl1pPr>
            <a:lvl2pPr marL="1532784" indent="-557046">
              <a:defRPr sz="6803"/>
            </a:lvl2pPr>
            <a:lvl3pPr marL="2600554" indent="-649078">
              <a:defRPr sz="6803"/>
            </a:lvl3pPr>
            <a:lvl4pPr marL="3704755" indent="-777542">
              <a:defRPr sz="6803"/>
            </a:lvl4pPr>
            <a:lvl5pPr marL="4680493" indent="-777542">
              <a:defRPr sz="680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15494" y="4937762"/>
            <a:ext cx="9437370" cy="914781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7600"/>
            </a:lvl1pPr>
          </a:lstStyle>
          <a:p>
            <a:pPr marL="0" indent="0">
              <a:buSzTx/>
              <a:buFontTx/>
              <a:buNone/>
              <a:defRPr sz="7600"/>
            </a:pPr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2015494" y="1097280"/>
            <a:ext cx="9437370" cy="3840480"/>
          </a:xfrm>
          <a:prstGeom prst="rect">
            <a:avLst/>
          </a:prstGeom>
        </p:spPr>
        <p:txBody>
          <a:bodyPr anchor="b"/>
          <a:lstStyle>
            <a:lvl1pPr>
              <a:defRPr sz="6803"/>
            </a:lvl1pPr>
          </a:lstStyle>
          <a:p>
            <a:r>
              <a:t>Title Text</a:t>
            </a:r>
          </a:p>
        </p:txBody>
      </p:sp>
      <p:sp>
        <p:nvSpPr>
          <p:cNvPr id="164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2439653" y="2369826"/>
            <a:ext cx="14813283" cy="116967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015494" y="4937762"/>
            <a:ext cx="9437370" cy="914781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3350"/>
            </a:lvl1pPr>
            <a:lvl2pPr marL="0" indent="0">
              <a:buSzTx/>
              <a:buFontTx/>
              <a:buNone/>
              <a:defRPr sz="3350"/>
            </a:lvl2pPr>
            <a:lvl3pPr marL="0" indent="0">
              <a:buSzTx/>
              <a:buFontTx/>
              <a:buNone/>
              <a:defRPr sz="3350"/>
            </a:lvl3pPr>
            <a:lvl4pPr marL="0" indent="0">
              <a:buSzTx/>
              <a:buFontTx/>
              <a:buNone/>
              <a:defRPr sz="3350"/>
            </a:lvl4pPr>
            <a:lvl5pPr marL="0" indent="0">
              <a:buSzTx/>
              <a:buFontTx/>
              <a:buNone/>
              <a:defRPr sz="33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Text"/>
          <p:cNvSpPr txBox="1">
            <a:spLocks noGrp="1"/>
          </p:cNvSpPr>
          <p:nvPr>
            <p:ph type="title"/>
          </p:nvPr>
        </p:nvSpPr>
        <p:spPr>
          <a:xfrm>
            <a:off x="2194565" y="5113026"/>
            <a:ext cx="24871683" cy="3528061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5101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1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9125" y="9326880"/>
            <a:ext cx="20482563" cy="4206240"/>
          </a:xfrm>
          <a:prstGeom prst="rect">
            <a:avLst/>
          </a:prstGeom>
        </p:spPr>
        <p:txBody>
          <a:bodyPr lIns="219456" tIns="219456" rIns="219456" bIns="219456"/>
          <a:lstStyle>
            <a:lvl1pPr marL="0" indent="0" algn="ctr">
              <a:lnSpc>
                <a:spcPct val="100000"/>
              </a:lnSpc>
              <a:spcBef>
                <a:spcPts val="1600"/>
              </a:spcBef>
              <a:buSzTx/>
              <a:buFontTx/>
              <a:buNone/>
              <a:defRPr sz="6803">
                <a:solidFill>
                  <a:srgbClr val="888888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1600"/>
              </a:spcBef>
              <a:buSzTx/>
              <a:buFontTx/>
              <a:buNone/>
              <a:defRPr sz="6803">
                <a:solidFill>
                  <a:srgbClr val="888888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1600"/>
              </a:spcBef>
              <a:buSzTx/>
              <a:buFontTx/>
              <a:buNone/>
              <a:defRPr sz="6803">
                <a:solidFill>
                  <a:srgbClr val="888888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1600"/>
              </a:spcBef>
              <a:buSzTx/>
              <a:buFontTx/>
              <a:buNone/>
              <a:defRPr sz="6803">
                <a:solidFill>
                  <a:srgbClr val="888888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1600"/>
              </a:spcBef>
              <a:buSzTx/>
              <a:buFontTx/>
              <a:buNone/>
              <a:defRPr sz="6803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Text"/>
          <p:cNvSpPr txBox="1">
            <a:spLocks noGrp="1"/>
          </p:cNvSpPr>
          <p:nvPr>
            <p:ph type="title"/>
          </p:nvPr>
        </p:nvSpPr>
        <p:spPr>
          <a:xfrm>
            <a:off x="1463045" y="659135"/>
            <a:ext cx="26334723" cy="274320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5101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183" name="Body Level One…"/>
          <p:cNvSpPr txBox="1">
            <a:spLocks noGrp="1"/>
          </p:cNvSpPr>
          <p:nvPr>
            <p:ph type="body" idx="1"/>
          </p:nvPr>
        </p:nvSpPr>
        <p:spPr>
          <a:xfrm>
            <a:off x="1463045" y="3840483"/>
            <a:ext cx="26334723" cy="10862310"/>
          </a:xfrm>
          <a:prstGeom prst="rect">
            <a:avLst/>
          </a:prstGeom>
        </p:spPr>
        <p:txBody>
          <a:bodyPr lIns="219456" tIns="219456" rIns="219456" bIns="219456"/>
          <a:lstStyle>
            <a:lvl1pPr marL="731805" indent="-731805">
              <a:lnSpc>
                <a:spcPct val="100000"/>
              </a:lnSpc>
              <a:spcBef>
                <a:spcPts val="1600"/>
              </a:spcBef>
              <a:defRPr sz="6803"/>
            </a:lvl1pPr>
            <a:lvl2pPr marL="1676595" indent="-700858">
              <a:lnSpc>
                <a:spcPct val="100000"/>
              </a:lnSpc>
              <a:spcBef>
                <a:spcPts val="1600"/>
              </a:spcBef>
              <a:buChar char="–"/>
              <a:defRPr sz="6803"/>
            </a:lvl2pPr>
            <a:lvl3pPr marL="2604797" indent="-653318">
              <a:lnSpc>
                <a:spcPct val="100000"/>
              </a:lnSpc>
              <a:spcBef>
                <a:spcPts val="1600"/>
              </a:spcBef>
              <a:defRPr sz="6803"/>
            </a:lvl3pPr>
            <a:lvl4pPr marL="3709837" indent="-782624">
              <a:lnSpc>
                <a:spcPct val="100000"/>
              </a:lnSpc>
              <a:spcBef>
                <a:spcPts val="1600"/>
              </a:spcBef>
              <a:buChar char="–"/>
              <a:defRPr sz="6803"/>
            </a:lvl4pPr>
            <a:lvl5pPr marL="4685574" indent="-782624">
              <a:lnSpc>
                <a:spcPct val="100000"/>
              </a:lnSpc>
              <a:spcBef>
                <a:spcPts val="1600"/>
              </a:spcBef>
              <a:buChar char="»"/>
              <a:defRPr sz="680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2311403" y="10576563"/>
            <a:ext cx="24871683" cy="3268979"/>
          </a:xfrm>
          <a:prstGeom prst="rect">
            <a:avLst/>
          </a:prstGeom>
        </p:spPr>
        <p:txBody>
          <a:bodyPr lIns="219456" tIns="219456" rIns="219456" bIns="219456" anchor="t"/>
          <a:lstStyle>
            <a:lvl1pPr>
              <a:lnSpc>
                <a:spcPct val="100000"/>
              </a:lnSpc>
              <a:defRPr sz="8502" b="1" cap="all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11403" y="6976114"/>
            <a:ext cx="24871683" cy="3600451"/>
          </a:xfrm>
          <a:prstGeom prst="rect">
            <a:avLst/>
          </a:prstGeom>
        </p:spPr>
        <p:txBody>
          <a:bodyPr lIns="219456" tIns="219456" rIns="219456" bIns="219456" anchor="b"/>
          <a:lstStyle>
            <a:lvl1pPr marL="0" indent="0">
              <a:lnSpc>
                <a:spcPct val="100000"/>
              </a:lnSpc>
              <a:spcBef>
                <a:spcPts val="1002"/>
              </a:spcBef>
              <a:buSzTx/>
              <a:buFontTx/>
              <a:buNone/>
              <a:defRPr sz="4250">
                <a:solidFill>
                  <a:srgbClr val="888888"/>
                </a:solidFill>
              </a:defRPr>
            </a:lvl1pPr>
            <a:lvl2pPr marL="0" indent="0">
              <a:lnSpc>
                <a:spcPct val="100000"/>
              </a:lnSpc>
              <a:spcBef>
                <a:spcPts val="1002"/>
              </a:spcBef>
              <a:buSzTx/>
              <a:buFontTx/>
              <a:buNone/>
              <a:defRPr sz="4250">
                <a:solidFill>
                  <a:srgbClr val="888888"/>
                </a:solidFill>
              </a:defRPr>
            </a:lvl2pPr>
            <a:lvl3pPr marL="0" indent="0">
              <a:lnSpc>
                <a:spcPct val="100000"/>
              </a:lnSpc>
              <a:spcBef>
                <a:spcPts val="1002"/>
              </a:spcBef>
              <a:buSzTx/>
              <a:buFontTx/>
              <a:buNone/>
              <a:defRPr sz="4250">
                <a:solidFill>
                  <a:srgbClr val="888888"/>
                </a:solidFill>
              </a:defRPr>
            </a:lvl3pPr>
            <a:lvl4pPr marL="0" indent="0">
              <a:lnSpc>
                <a:spcPct val="100000"/>
              </a:lnSpc>
              <a:spcBef>
                <a:spcPts val="1002"/>
              </a:spcBef>
              <a:buSzTx/>
              <a:buFontTx/>
              <a:buNone/>
              <a:defRPr sz="4250">
                <a:solidFill>
                  <a:srgbClr val="888888"/>
                </a:solidFill>
              </a:defRPr>
            </a:lvl4pPr>
            <a:lvl5pPr marL="0" indent="0">
              <a:lnSpc>
                <a:spcPct val="100000"/>
              </a:lnSpc>
              <a:spcBef>
                <a:spcPts val="1002"/>
              </a:spcBef>
              <a:buSzTx/>
              <a:buFontTx/>
              <a:buNone/>
              <a:defRPr sz="425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Text"/>
          <p:cNvSpPr txBox="1">
            <a:spLocks noGrp="1"/>
          </p:cNvSpPr>
          <p:nvPr>
            <p:ph type="title"/>
          </p:nvPr>
        </p:nvSpPr>
        <p:spPr>
          <a:xfrm>
            <a:off x="1463045" y="659135"/>
            <a:ext cx="26334723" cy="274320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5101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20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63043" y="3840483"/>
            <a:ext cx="12923520" cy="10862310"/>
          </a:xfrm>
          <a:prstGeom prst="rect">
            <a:avLst/>
          </a:prstGeom>
        </p:spPr>
        <p:txBody>
          <a:bodyPr lIns="219456" tIns="219456" rIns="219456" bIns="219456"/>
          <a:lstStyle>
            <a:lvl1pPr marL="731805" indent="-731805">
              <a:lnSpc>
                <a:spcPct val="100000"/>
              </a:lnSpc>
              <a:spcBef>
                <a:spcPts val="1402"/>
              </a:spcBef>
            </a:lvl1pPr>
            <a:lvl2pPr marL="1686330" indent="-710592">
              <a:lnSpc>
                <a:spcPct val="100000"/>
              </a:lnSpc>
              <a:spcBef>
                <a:spcPts val="1402"/>
              </a:spcBef>
              <a:buChar char="–"/>
            </a:lvl2pPr>
            <a:lvl3pPr>
              <a:lnSpc>
                <a:spcPct val="100000"/>
              </a:lnSpc>
              <a:spcBef>
                <a:spcPts val="1402"/>
              </a:spcBef>
            </a:lvl3pPr>
            <a:lvl4pPr>
              <a:lnSpc>
                <a:spcPct val="100000"/>
              </a:lnSpc>
              <a:spcBef>
                <a:spcPts val="1402"/>
              </a:spcBef>
              <a:buChar char="–"/>
            </a:lvl4pPr>
            <a:lvl5pPr>
              <a:lnSpc>
                <a:spcPct val="100000"/>
              </a:lnSpc>
              <a:spcBef>
                <a:spcPts val="1402"/>
              </a:spcBef>
              <a:buChar char="»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Text"/>
          <p:cNvSpPr txBox="1">
            <a:spLocks noGrp="1"/>
          </p:cNvSpPr>
          <p:nvPr>
            <p:ph type="title"/>
          </p:nvPr>
        </p:nvSpPr>
        <p:spPr>
          <a:xfrm>
            <a:off x="1463045" y="659135"/>
            <a:ext cx="26334723" cy="274320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5101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21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63042" y="3684272"/>
            <a:ext cx="12928605" cy="1535430"/>
          </a:xfrm>
          <a:prstGeom prst="rect">
            <a:avLst/>
          </a:prstGeom>
        </p:spPr>
        <p:txBody>
          <a:bodyPr lIns="219456" tIns="219456" rIns="219456" bIns="219456" anchor="b"/>
          <a:lstStyle>
            <a:lvl1pPr marL="0" indent="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5101" b="1"/>
            </a:lvl1pPr>
            <a:lvl2pPr marL="0" indent="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5101" b="1"/>
            </a:lvl2pPr>
            <a:lvl3pPr marL="0" indent="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5101" b="1"/>
            </a:lvl3pPr>
            <a:lvl4pPr marL="0" indent="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5101" b="1"/>
            </a:lvl4pPr>
            <a:lvl5pPr marL="0" indent="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5101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864085" y="3684272"/>
            <a:ext cx="12933680" cy="1535430"/>
          </a:xfrm>
          <a:prstGeom prst="rect">
            <a:avLst/>
          </a:prstGeom>
        </p:spPr>
        <p:txBody>
          <a:bodyPr lIns="219456" tIns="219456" rIns="219456" bIns="219456" anchor="b"/>
          <a:lstStyle>
            <a:lvl1pPr marL="0" indent="0">
              <a:lnSpc>
                <a:spcPct val="100000"/>
              </a:lnSpc>
              <a:spcBef>
                <a:spcPts val="7680"/>
              </a:spcBef>
              <a:buSzTx/>
              <a:buFontTx/>
              <a:buNone/>
              <a:defRPr sz="11500" b="1"/>
            </a:lvl1pPr>
          </a:lstStyle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1500" b="1"/>
            </a:pPr>
            <a:endParaRPr/>
          </a:p>
        </p:txBody>
      </p:sp>
      <p:sp>
        <p:nvSpPr>
          <p:cNvPr id="2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Text"/>
          <p:cNvSpPr txBox="1">
            <a:spLocks noGrp="1"/>
          </p:cNvSpPr>
          <p:nvPr>
            <p:ph type="title"/>
          </p:nvPr>
        </p:nvSpPr>
        <p:spPr>
          <a:xfrm>
            <a:off x="1463045" y="659135"/>
            <a:ext cx="26334723" cy="274320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5101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itle Text"/>
          <p:cNvSpPr txBox="1">
            <a:spLocks noGrp="1"/>
          </p:cNvSpPr>
          <p:nvPr>
            <p:ph type="title"/>
          </p:nvPr>
        </p:nvSpPr>
        <p:spPr>
          <a:xfrm>
            <a:off x="1463045" y="655321"/>
            <a:ext cx="9626602" cy="2788922"/>
          </a:xfrm>
          <a:prstGeom prst="rect">
            <a:avLst/>
          </a:prstGeom>
        </p:spPr>
        <p:txBody>
          <a:bodyPr lIns="219456" tIns="219456" rIns="219456" bIns="219456" anchor="b"/>
          <a:lstStyle>
            <a:lvl1pPr>
              <a:lnSpc>
                <a:spcPct val="100000"/>
              </a:lnSpc>
              <a:defRPr sz="425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235" name="Body Level One…"/>
          <p:cNvSpPr txBox="1">
            <a:spLocks noGrp="1"/>
          </p:cNvSpPr>
          <p:nvPr>
            <p:ph type="body" idx="1"/>
          </p:nvPr>
        </p:nvSpPr>
        <p:spPr>
          <a:xfrm>
            <a:off x="11440162" y="655323"/>
            <a:ext cx="16357603" cy="14047472"/>
          </a:xfrm>
          <a:prstGeom prst="rect">
            <a:avLst/>
          </a:prstGeom>
        </p:spPr>
        <p:txBody>
          <a:bodyPr lIns="219456" tIns="219456" rIns="219456" bIns="219456"/>
          <a:lstStyle>
            <a:lvl1pPr marL="731805" indent="-731805">
              <a:lnSpc>
                <a:spcPct val="100000"/>
              </a:lnSpc>
              <a:spcBef>
                <a:spcPts val="1600"/>
              </a:spcBef>
              <a:defRPr sz="6803"/>
            </a:lvl1pPr>
            <a:lvl2pPr marL="1676595" indent="-700858">
              <a:lnSpc>
                <a:spcPct val="100000"/>
              </a:lnSpc>
              <a:spcBef>
                <a:spcPts val="1600"/>
              </a:spcBef>
              <a:buChar char="–"/>
              <a:defRPr sz="6803"/>
            </a:lvl2pPr>
            <a:lvl3pPr marL="2604797" indent="-653318">
              <a:lnSpc>
                <a:spcPct val="100000"/>
              </a:lnSpc>
              <a:spcBef>
                <a:spcPts val="1600"/>
              </a:spcBef>
              <a:defRPr sz="6803"/>
            </a:lvl3pPr>
            <a:lvl4pPr marL="3709837" indent="-782624">
              <a:lnSpc>
                <a:spcPct val="100000"/>
              </a:lnSpc>
              <a:spcBef>
                <a:spcPts val="1600"/>
              </a:spcBef>
              <a:buChar char="–"/>
              <a:defRPr sz="6803"/>
            </a:lvl4pPr>
            <a:lvl5pPr marL="4685574" indent="-782624">
              <a:lnSpc>
                <a:spcPct val="100000"/>
              </a:lnSpc>
              <a:spcBef>
                <a:spcPts val="1600"/>
              </a:spcBef>
              <a:buChar char="»"/>
              <a:defRPr sz="680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6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63045" y="3444240"/>
            <a:ext cx="9626602" cy="11258554"/>
          </a:xfrm>
          <a:prstGeom prst="rect">
            <a:avLst/>
          </a:prstGeom>
        </p:spPr>
        <p:txBody>
          <a:bodyPr lIns="219456" tIns="219456" rIns="219456" bIns="219456"/>
          <a:lstStyle>
            <a:lvl1pPr marL="0" indent="0">
              <a:lnSpc>
                <a:spcPct val="100000"/>
              </a:lnSpc>
              <a:spcBef>
                <a:spcPts val="4480"/>
              </a:spcBef>
              <a:buSzTx/>
              <a:buFontTx/>
              <a:buNone/>
              <a:defRPr sz="6700"/>
            </a:lvl1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6700"/>
            </a:pPr>
            <a:endParaRPr/>
          </a:p>
        </p:txBody>
      </p:sp>
      <p:sp>
        <p:nvSpPr>
          <p:cNvPr id="2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>
            <a:spLocks noGrp="1"/>
          </p:cNvSpPr>
          <p:nvPr>
            <p:ph type="title"/>
          </p:nvPr>
        </p:nvSpPr>
        <p:spPr>
          <a:xfrm>
            <a:off x="5735323" y="11521443"/>
            <a:ext cx="17556483" cy="1360173"/>
          </a:xfrm>
          <a:prstGeom prst="rect">
            <a:avLst/>
          </a:prstGeom>
        </p:spPr>
        <p:txBody>
          <a:bodyPr lIns="219456" tIns="219456" rIns="219456" bIns="219456" anchor="b"/>
          <a:lstStyle>
            <a:lvl1pPr>
              <a:lnSpc>
                <a:spcPct val="100000"/>
              </a:lnSpc>
              <a:defRPr sz="425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245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735323" y="1470659"/>
            <a:ext cx="17556483" cy="987552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35323" y="12881615"/>
            <a:ext cx="17556483" cy="1931670"/>
          </a:xfrm>
          <a:prstGeom prst="rect">
            <a:avLst/>
          </a:prstGeom>
        </p:spPr>
        <p:txBody>
          <a:bodyPr lIns="219456" tIns="219456" rIns="219456" bIns="219456"/>
          <a:lstStyle>
            <a:lvl1pPr marL="0" indent="0">
              <a:lnSpc>
                <a:spcPct val="100000"/>
              </a:lnSpc>
              <a:spcBef>
                <a:spcPts val="701"/>
              </a:spcBef>
              <a:buSzTx/>
              <a:buFontTx/>
              <a:buNone/>
              <a:defRPr sz="2950"/>
            </a:lvl1pPr>
            <a:lvl2pPr marL="0" indent="0">
              <a:lnSpc>
                <a:spcPct val="100000"/>
              </a:lnSpc>
              <a:spcBef>
                <a:spcPts val="701"/>
              </a:spcBef>
              <a:buSzTx/>
              <a:buFontTx/>
              <a:buNone/>
              <a:defRPr sz="2950"/>
            </a:lvl2pPr>
            <a:lvl3pPr marL="0" indent="0">
              <a:lnSpc>
                <a:spcPct val="100000"/>
              </a:lnSpc>
              <a:spcBef>
                <a:spcPts val="701"/>
              </a:spcBef>
              <a:buSzTx/>
              <a:buFontTx/>
              <a:buNone/>
              <a:defRPr sz="2950"/>
            </a:lvl3pPr>
            <a:lvl4pPr marL="0" indent="0">
              <a:lnSpc>
                <a:spcPct val="100000"/>
              </a:lnSpc>
              <a:spcBef>
                <a:spcPts val="701"/>
              </a:spcBef>
              <a:buSzTx/>
              <a:buFontTx/>
              <a:buNone/>
              <a:defRPr sz="2950"/>
            </a:lvl4pPr>
            <a:lvl5pPr marL="0" indent="0">
              <a:lnSpc>
                <a:spcPct val="100000"/>
              </a:lnSpc>
              <a:spcBef>
                <a:spcPts val="701"/>
              </a:spcBef>
              <a:buSzTx/>
              <a:buFontTx/>
              <a:buNone/>
              <a:defRPr sz="29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969844" y="15275268"/>
            <a:ext cx="827919" cy="836255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2554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2011682" y="876305"/>
            <a:ext cx="25237443" cy="3181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011682" y="4381501"/>
            <a:ext cx="25237443" cy="10443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6778487" y="15454712"/>
            <a:ext cx="470638" cy="47737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2502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ransition spd="med"/>
  <p:txStyles>
    <p:titleStyle>
      <a:lvl1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195147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354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87872" marR="0" indent="-487872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1544211" marR="0" indent="-568474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2632461" marR="0" indent="-680986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3687382" marR="0" indent="-760170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4663120" marR="0" indent="-760170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5638861" marR="0" indent="-760170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6614598" marR="0" indent="-760170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7590336" marR="0" indent="-760170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8566074" marR="0" indent="-760170" algn="l" defTabSz="1951475" rtl="0" latinLnBrk="0">
        <a:lnSpc>
          <a:spcPct val="90000"/>
        </a:lnSpc>
        <a:spcBef>
          <a:spcPts val="2099"/>
        </a:spcBef>
        <a:spcAft>
          <a:spcPts val="0"/>
        </a:spcAft>
        <a:buClrTx/>
        <a:buSzPct val="100000"/>
        <a:buFont typeface="Arial"/>
        <a:buChar char="•"/>
        <a:tabLst/>
        <a:defRPr sz="5952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2286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1C64F-CEF9-8174-486A-BE9B48BF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42">
            <a:extLst>
              <a:ext uri="{FF2B5EF4-FFF2-40B4-BE49-F238E27FC236}">
                <a16:creationId xmlns:a16="http://schemas.microsoft.com/office/drawing/2014/main" id="{F0A353E0-DA65-07EF-7C48-4CE37D2AB636}"/>
              </a:ext>
            </a:extLst>
          </p:cNvPr>
          <p:cNvSpPr/>
          <p:nvPr/>
        </p:nvSpPr>
        <p:spPr>
          <a:xfrm>
            <a:off x="25601789" y="13432909"/>
            <a:ext cx="615048" cy="62641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4800"/>
          </a:p>
        </p:txBody>
      </p:sp>
      <p:sp>
        <p:nvSpPr>
          <p:cNvPr id="391" name="Shape 42">
            <a:extLst>
              <a:ext uri="{FF2B5EF4-FFF2-40B4-BE49-F238E27FC236}">
                <a16:creationId xmlns:a16="http://schemas.microsoft.com/office/drawing/2014/main" id="{230DF053-A495-A175-1874-76DBE322BC8F}"/>
              </a:ext>
            </a:extLst>
          </p:cNvPr>
          <p:cNvSpPr/>
          <p:nvPr/>
        </p:nvSpPr>
        <p:spPr>
          <a:xfrm>
            <a:off x="25601789" y="12151696"/>
            <a:ext cx="615048" cy="62641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4800"/>
          </a:p>
        </p:txBody>
      </p:sp>
      <p:sp>
        <p:nvSpPr>
          <p:cNvPr id="288" name="Title 4">
            <a:extLst>
              <a:ext uri="{FF2B5EF4-FFF2-40B4-BE49-F238E27FC236}">
                <a16:creationId xmlns:a16="http://schemas.microsoft.com/office/drawing/2014/main" id="{E7A64F71-1151-5309-7D70-F7ADC5B9FEB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67717" y="294881"/>
            <a:ext cx="20169632" cy="1027586"/>
          </a:xfrm>
          <a:prstGeom prst="rect">
            <a:avLst/>
          </a:prstGeom>
        </p:spPr>
        <p:txBody>
          <a:bodyPr anchor="t">
            <a:noAutofit/>
          </a:bodyPr>
          <a:lstStyle>
            <a:lvl1pPr defTabSz="3355280">
              <a:defRPr sz="8500"/>
            </a:lvl1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333F70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Unbounded Bold" pitchFamily="34" charset="-120"/>
              </a:rPr>
              <a:t>BanglaMM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333F70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Unbounded Bold" pitchFamily="34" charset="-120"/>
              </a:rPr>
              <a:t>-Disaster: A Multimodal Transformer-Based Deep Learning Framework for Multiclass Disaster Classification in Bangla</a:t>
            </a:r>
            <a:endParaRPr lang="en-US" sz="4400" dirty="0"/>
          </a:p>
        </p:txBody>
      </p:sp>
      <p:sp>
        <p:nvSpPr>
          <p:cNvPr id="290" name="Rectangle 15">
            <a:extLst>
              <a:ext uri="{FF2B5EF4-FFF2-40B4-BE49-F238E27FC236}">
                <a16:creationId xmlns:a16="http://schemas.microsoft.com/office/drawing/2014/main" id="{157056E2-692B-605A-151D-A4CFB6E3349E}"/>
              </a:ext>
            </a:extLst>
          </p:cNvPr>
          <p:cNvSpPr/>
          <p:nvPr/>
        </p:nvSpPr>
        <p:spPr>
          <a:xfrm>
            <a:off x="2" y="2749350"/>
            <a:ext cx="29208547" cy="209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2861" tIns="22861" rIns="22861" bIns="22861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800"/>
          </a:p>
        </p:txBody>
      </p:sp>
      <p:sp>
        <p:nvSpPr>
          <p:cNvPr id="291" name="Rectangle 15">
            <a:extLst>
              <a:ext uri="{FF2B5EF4-FFF2-40B4-BE49-F238E27FC236}">
                <a16:creationId xmlns:a16="http://schemas.microsoft.com/office/drawing/2014/main" id="{3D88CA5D-4C05-23AE-AE13-83B886C40A37}"/>
              </a:ext>
            </a:extLst>
          </p:cNvPr>
          <p:cNvSpPr/>
          <p:nvPr/>
        </p:nvSpPr>
        <p:spPr>
          <a:xfrm>
            <a:off x="26826" y="16228819"/>
            <a:ext cx="29260800" cy="209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2861" tIns="22861" rIns="22861" bIns="22861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800"/>
          </a:p>
        </p:txBody>
      </p:sp>
      <p:sp>
        <p:nvSpPr>
          <p:cNvPr id="292" name="Rectangle 15">
            <a:extLst>
              <a:ext uri="{FF2B5EF4-FFF2-40B4-BE49-F238E27FC236}">
                <a16:creationId xmlns:a16="http://schemas.microsoft.com/office/drawing/2014/main" id="{E53BF0E0-1B8C-44B5-D7FF-94AE6C79F7E3}"/>
              </a:ext>
            </a:extLst>
          </p:cNvPr>
          <p:cNvSpPr/>
          <p:nvPr/>
        </p:nvSpPr>
        <p:spPr>
          <a:xfrm rot="16200000">
            <a:off x="-8048293" y="8078637"/>
            <a:ext cx="16354698" cy="209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2861" tIns="22861" rIns="22861" bIns="22861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800"/>
          </a:p>
        </p:txBody>
      </p:sp>
      <p:sp>
        <p:nvSpPr>
          <p:cNvPr id="293" name="Rectangle 15">
            <a:extLst>
              <a:ext uri="{FF2B5EF4-FFF2-40B4-BE49-F238E27FC236}">
                <a16:creationId xmlns:a16="http://schemas.microsoft.com/office/drawing/2014/main" id="{75496FD9-7F96-CFED-3676-0FEB0EEB757F}"/>
              </a:ext>
            </a:extLst>
          </p:cNvPr>
          <p:cNvSpPr/>
          <p:nvPr/>
        </p:nvSpPr>
        <p:spPr>
          <a:xfrm rot="16200000">
            <a:off x="21015389" y="8046113"/>
            <a:ext cx="16301235" cy="209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2861" tIns="22861" rIns="22861" bIns="22861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800"/>
          </a:p>
        </p:txBody>
      </p:sp>
      <p:sp>
        <p:nvSpPr>
          <p:cNvPr id="297" name="Title 4">
            <a:extLst>
              <a:ext uri="{FF2B5EF4-FFF2-40B4-BE49-F238E27FC236}">
                <a16:creationId xmlns:a16="http://schemas.microsoft.com/office/drawing/2014/main" id="{38360D5B-90F3-3369-316B-309F960787A1}"/>
              </a:ext>
            </a:extLst>
          </p:cNvPr>
          <p:cNvSpPr txBox="1"/>
          <p:nvPr/>
        </p:nvSpPr>
        <p:spPr>
          <a:xfrm>
            <a:off x="4418583" y="1669611"/>
            <a:ext cx="20045804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0320" tIns="20320" rIns="20320" bIns="20320">
            <a:spAutoFit/>
          </a:bodyPr>
          <a:lstStyle/>
          <a:p>
            <a:pPr algn="ctr" defTabSz="1951475">
              <a:defRPr sz="3500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3200" dirty="0"/>
              <a:t>Ariful Islam</a:t>
            </a:r>
            <a:r>
              <a:rPr sz="3200" baseline="31998" dirty="0">
                <a:latin typeface="Source Sans Pro Regular"/>
                <a:ea typeface="Source Sans Pro Regular"/>
                <a:cs typeface="Source Sans Pro Regular"/>
                <a:sym typeface="Source Sans Pro Regular"/>
              </a:rPr>
              <a:t>1</a:t>
            </a:r>
            <a:r>
              <a:rPr sz="3200" dirty="0">
                <a:latin typeface="Source Sans Pro Regular"/>
                <a:ea typeface="Source Sans Pro Regular"/>
                <a:cs typeface="Source Sans Pro Regular"/>
                <a:sym typeface="Source Sans Pro Regular"/>
              </a:rPr>
              <a:t>,</a:t>
            </a:r>
            <a:r>
              <a:rPr lang="en-US" sz="3200" dirty="0">
                <a:latin typeface="Source Sans Pro Regular"/>
                <a:ea typeface="Source Sans Pro Regular"/>
                <a:cs typeface="Source Sans Pro Regular"/>
                <a:sym typeface="Source Sans Pro Regular"/>
              </a:rPr>
              <a:t> Md Rifat Hossen</a:t>
            </a:r>
            <a:r>
              <a:rPr lang="en-US" sz="3200" baseline="31998" dirty="0">
                <a:latin typeface="Source Sans Pro Regular"/>
                <a:ea typeface="Source Sans Pro Regular"/>
                <a:cs typeface="Source Sans Pro Regular"/>
                <a:sym typeface="Source Sans Pro Regular"/>
              </a:rPr>
              <a:t>2</a:t>
            </a:r>
            <a:endParaRPr sz="3200" baseline="31998" dirty="0">
              <a:latin typeface="Source Sans Pro Regular"/>
              <a:ea typeface="Source Sans Pro Regular"/>
              <a:cs typeface="Source Sans Pro Regular"/>
              <a:sym typeface="Source Sans Pro Regular"/>
            </a:endParaRPr>
          </a:p>
        </p:txBody>
      </p:sp>
      <p:sp>
        <p:nvSpPr>
          <p:cNvPr id="304" name="1 University of Rochester, Rochester, NY…">
            <a:extLst>
              <a:ext uri="{FF2B5EF4-FFF2-40B4-BE49-F238E27FC236}">
                <a16:creationId xmlns:a16="http://schemas.microsoft.com/office/drawing/2014/main" id="{D21A2EFF-589B-248D-2E28-6D7A93D56B52}"/>
              </a:ext>
            </a:extLst>
          </p:cNvPr>
          <p:cNvSpPr txBox="1"/>
          <p:nvPr/>
        </p:nvSpPr>
        <p:spPr>
          <a:xfrm>
            <a:off x="4345170" y="2279070"/>
            <a:ext cx="20169632" cy="516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2861" tIns="22861" rIns="22861" bIns="22861">
            <a:spAutoFit/>
          </a:bodyPr>
          <a:lstStyle/>
          <a:p>
            <a:pPr algn="ctr" defTabSz="2195382">
              <a:lnSpc>
                <a:spcPct val="110000"/>
              </a:lnSpc>
              <a:defRPr sz="2200" baseline="31998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sz="4400" dirty="0"/>
              <a:t>1</a:t>
            </a:r>
            <a:r>
              <a:rPr lang="en-US" sz="4400" dirty="0"/>
              <a:t>,2</a:t>
            </a:r>
            <a:r>
              <a:rPr sz="4400" dirty="0">
                <a:latin typeface="Source Sans Pro Regular"/>
                <a:ea typeface="Source Sans Pro Regular"/>
                <a:cs typeface="Source Sans Pro Regular"/>
                <a:sym typeface="Source Sans Pro Regular"/>
              </a:rPr>
              <a:t> </a:t>
            </a:r>
            <a:r>
              <a:rPr lang="en-US" sz="4400" dirty="0">
                <a:latin typeface="Source Sans Pro Regular"/>
                <a:ea typeface="Source Sans Pro Regular"/>
                <a:cs typeface="Source Sans Pro Regular"/>
                <a:sym typeface="Source Sans Pro Regular"/>
              </a:rPr>
              <a:t>Chittagong University of Engineering and Technology</a:t>
            </a:r>
            <a:endParaRPr sz="4400" dirty="0">
              <a:latin typeface="Source Sans Pro Regular"/>
              <a:ea typeface="Source Sans Pro Regular"/>
              <a:cs typeface="Source Sans Pro Regular"/>
              <a:sym typeface="Source Sans Pro Regular"/>
            </a:endParaRP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85060DD-104F-8474-8AE9-FE6BDE2EA8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4539" y="1113123"/>
            <a:ext cx="4085130" cy="835411"/>
          </a:xfrm>
          <a:prstGeom prst="rect">
            <a:avLst/>
          </a:prstGeom>
        </p:spPr>
      </p:pic>
      <p:pic>
        <p:nvPicPr>
          <p:cNvPr id="7" name="Picture 6" descr="A purple and green logo&#10;&#10;AI-generated content may be incorrect.">
            <a:extLst>
              <a:ext uri="{FF2B5EF4-FFF2-40B4-BE49-F238E27FC236}">
                <a16:creationId xmlns:a16="http://schemas.microsoft.com/office/drawing/2014/main" id="{B437B6EE-88BF-E544-CE58-80F97FB63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44" y="825399"/>
            <a:ext cx="3625446" cy="1469779"/>
          </a:xfrm>
          <a:prstGeom prst="rect">
            <a:avLst/>
          </a:prstGeom>
        </p:spPr>
      </p:pic>
      <p:sp>
        <p:nvSpPr>
          <p:cNvPr id="8" name="Rectangle 15">
            <a:extLst>
              <a:ext uri="{FF2B5EF4-FFF2-40B4-BE49-F238E27FC236}">
                <a16:creationId xmlns:a16="http://schemas.microsoft.com/office/drawing/2014/main" id="{883EB76B-8E15-96D3-116D-CB3335DFCDF6}"/>
              </a:ext>
            </a:extLst>
          </p:cNvPr>
          <p:cNvSpPr/>
          <p:nvPr/>
        </p:nvSpPr>
        <p:spPr>
          <a:xfrm>
            <a:off x="64147" y="7222"/>
            <a:ext cx="29196653" cy="2103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2861" tIns="22861" rIns="22861" bIns="22861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800"/>
          </a:p>
        </p:txBody>
      </p:sp>
      <p:pic>
        <p:nvPicPr>
          <p:cNvPr id="2" name="Image 6" descr="preencoded.png">
            <a:extLst>
              <a:ext uri="{FF2B5EF4-FFF2-40B4-BE49-F238E27FC236}">
                <a16:creationId xmlns:a16="http://schemas.microsoft.com/office/drawing/2014/main" id="{C61F6BEB-148C-C580-D4C1-114B38C2D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79" y="10762984"/>
            <a:ext cx="6074331" cy="2878336"/>
          </a:xfrm>
          <a:prstGeom prst="rect">
            <a:avLst/>
          </a:prstGeom>
        </p:spPr>
      </p:pic>
      <p:sp>
        <p:nvSpPr>
          <p:cNvPr id="4" name="Shape 17">
            <a:extLst>
              <a:ext uri="{FF2B5EF4-FFF2-40B4-BE49-F238E27FC236}">
                <a16:creationId xmlns:a16="http://schemas.microsoft.com/office/drawing/2014/main" id="{071C4839-D960-8CA0-6AB5-7D2BB8E37468}"/>
              </a:ext>
            </a:extLst>
          </p:cNvPr>
          <p:cNvSpPr/>
          <p:nvPr/>
        </p:nvSpPr>
        <p:spPr>
          <a:xfrm>
            <a:off x="688311" y="13605485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0E3E33"/>
          </a:solidFill>
          <a:ln/>
        </p:spPr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3CB91193-5C5A-9AA0-4EF3-014EE4FD5DD7}"/>
              </a:ext>
            </a:extLst>
          </p:cNvPr>
          <p:cNvSpPr/>
          <p:nvPr/>
        </p:nvSpPr>
        <p:spPr>
          <a:xfrm>
            <a:off x="974988" y="13707120"/>
            <a:ext cx="797087" cy="24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Others</a:t>
            </a:r>
            <a:endParaRPr lang="en-US" sz="1200" b="1" dirty="0"/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4435E88A-AB2D-85E6-65C1-BAAE36B3EC8D}"/>
              </a:ext>
            </a:extLst>
          </p:cNvPr>
          <p:cNvSpPr/>
          <p:nvPr/>
        </p:nvSpPr>
        <p:spPr>
          <a:xfrm>
            <a:off x="1674551" y="13605467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155C4C"/>
          </a:solidFill>
          <a:ln/>
        </p:spPr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252BE8CE-27BD-C8DA-6165-B271F32E8F1F}"/>
              </a:ext>
            </a:extLst>
          </p:cNvPr>
          <p:cNvSpPr/>
          <p:nvPr/>
        </p:nvSpPr>
        <p:spPr>
          <a:xfrm>
            <a:off x="1958077" y="13632207"/>
            <a:ext cx="964857" cy="4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Agricultural Damage</a:t>
            </a:r>
            <a:endParaRPr lang="en-US" sz="1200" b="1" dirty="0"/>
          </a:p>
        </p:txBody>
      </p:sp>
      <p:sp>
        <p:nvSpPr>
          <p:cNvPr id="11" name="Shape 21">
            <a:extLst>
              <a:ext uri="{FF2B5EF4-FFF2-40B4-BE49-F238E27FC236}">
                <a16:creationId xmlns:a16="http://schemas.microsoft.com/office/drawing/2014/main" id="{6CD084D3-E6F9-90C1-3296-E34B2F694209}"/>
              </a:ext>
            </a:extLst>
          </p:cNvPr>
          <p:cNvSpPr/>
          <p:nvPr/>
        </p:nvSpPr>
        <p:spPr>
          <a:xfrm>
            <a:off x="3062407" y="13606251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1C7A64"/>
          </a:solidFill>
          <a:ln/>
        </p:spPr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A7436593-2FFB-4C6C-D3F9-F93ADAF00871}"/>
              </a:ext>
            </a:extLst>
          </p:cNvPr>
          <p:cNvSpPr/>
          <p:nvPr/>
        </p:nvSpPr>
        <p:spPr>
          <a:xfrm>
            <a:off x="3341252" y="13689362"/>
            <a:ext cx="1520545" cy="24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Non-Damage</a:t>
            </a:r>
            <a:endParaRPr lang="en-US" sz="1200" b="1" dirty="0"/>
          </a:p>
        </p:txBody>
      </p:sp>
      <p:sp>
        <p:nvSpPr>
          <p:cNvPr id="13" name="Shape 23">
            <a:extLst>
              <a:ext uri="{FF2B5EF4-FFF2-40B4-BE49-F238E27FC236}">
                <a16:creationId xmlns:a16="http://schemas.microsoft.com/office/drawing/2014/main" id="{E551D5F8-F999-E7CA-5544-8BC2594854B5}"/>
              </a:ext>
            </a:extLst>
          </p:cNvPr>
          <p:cNvSpPr/>
          <p:nvPr/>
        </p:nvSpPr>
        <p:spPr>
          <a:xfrm>
            <a:off x="4488556" y="13605782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23987D"/>
          </a:solidFill>
          <a:ln/>
        </p:spPr>
      </p:sp>
      <p:sp>
        <p:nvSpPr>
          <p:cNvPr id="14" name="Text 24">
            <a:extLst>
              <a:ext uri="{FF2B5EF4-FFF2-40B4-BE49-F238E27FC236}">
                <a16:creationId xmlns:a16="http://schemas.microsoft.com/office/drawing/2014/main" id="{E13FB005-B2B1-98E8-C392-93B8731495E8}"/>
              </a:ext>
            </a:extLst>
          </p:cNvPr>
          <p:cNvSpPr/>
          <p:nvPr/>
        </p:nvSpPr>
        <p:spPr>
          <a:xfrm>
            <a:off x="4762446" y="13630914"/>
            <a:ext cx="1360034" cy="4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Landscape</a:t>
            </a:r>
            <a:endParaRPr lang="en-US" sz="1200" b="1" dirty="0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C3BD9CD1-B84E-0915-295D-F693E251A43F}"/>
              </a:ext>
            </a:extLst>
          </p:cNvPr>
          <p:cNvSpPr/>
          <p:nvPr/>
        </p:nvSpPr>
        <p:spPr>
          <a:xfrm>
            <a:off x="5735998" y="13626733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2AB695"/>
          </a:solidFill>
          <a:ln/>
        </p:spPr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A10EE5BC-97AD-0DC7-567F-8A97F3EB3FC3}"/>
              </a:ext>
            </a:extLst>
          </p:cNvPr>
          <p:cNvSpPr/>
          <p:nvPr/>
        </p:nvSpPr>
        <p:spPr>
          <a:xfrm>
            <a:off x="6030571" y="13714359"/>
            <a:ext cx="763547" cy="24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</a:t>
            </a:r>
            <a:endParaRPr lang="en-US" sz="1200" b="1" dirty="0"/>
          </a:p>
        </p:txBody>
      </p:sp>
      <p:sp>
        <p:nvSpPr>
          <p:cNvPr id="17" name="Shape 27">
            <a:extLst>
              <a:ext uri="{FF2B5EF4-FFF2-40B4-BE49-F238E27FC236}">
                <a16:creationId xmlns:a16="http://schemas.microsoft.com/office/drawing/2014/main" id="{F1AEDFDD-B7C8-1ACA-EC9B-F3F9ADE7616E}"/>
              </a:ext>
            </a:extLst>
          </p:cNvPr>
          <p:cNvSpPr/>
          <p:nvPr/>
        </p:nvSpPr>
        <p:spPr>
          <a:xfrm>
            <a:off x="688311" y="13984818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34D1AC"/>
          </a:solidFill>
          <a:ln/>
        </p:spPr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20792949-DB96-145D-83A2-810FB5CD8634}"/>
              </a:ext>
            </a:extLst>
          </p:cNvPr>
          <p:cNvSpPr/>
          <p:nvPr/>
        </p:nvSpPr>
        <p:spPr>
          <a:xfrm>
            <a:off x="965424" y="14064933"/>
            <a:ext cx="1613302" cy="24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</a:t>
            </a:r>
            <a:endParaRPr lang="en-US" sz="1200" b="1" dirty="0"/>
          </a:p>
        </p:txBody>
      </p:sp>
      <p:sp>
        <p:nvSpPr>
          <p:cNvPr id="19" name="Shape 29">
            <a:extLst>
              <a:ext uri="{FF2B5EF4-FFF2-40B4-BE49-F238E27FC236}">
                <a16:creationId xmlns:a16="http://schemas.microsoft.com/office/drawing/2014/main" id="{99988785-9191-17F6-5B35-267F212E06ED}"/>
              </a:ext>
            </a:extLst>
          </p:cNvPr>
          <p:cNvSpPr/>
          <p:nvPr/>
        </p:nvSpPr>
        <p:spPr>
          <a:xfrm>
            <a:off x="2205792" y="13984405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52D7B8"/>
          </a:solidFill>
          <a:ln/>
        </p:spPr>
      </p:sp>
      <p:sp>
        <p:nvSpPr>
          <p:cNvPr id="20" name="Text 30">
            <a:extLst>
              <a:ext uri="{FF2B5EF4-FFF2-40B4-BE49-F238E27FC236}">
                <a16:creationId xmlns:a16="http://schemas.microsoft.com/office/drawing/2014/main" id="{4ADD24D2-F6F8-EB4E-CE88-770B79B02DE1}"/>
              </a:ext>
            </a:extLst>
          </p:cNvPr>
          <p:cNvSpPr/>
          <p:nvPr/>
        </p:nvSpPr>
        <p:spPr>
          <a:xfrm>
            <a:off x="2489318" y="14017690"/>
            <a:ext cx="738888" cy="30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</a:t>
            </a:r>
          </a:p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Loss</a:t>
            </a:r>
            <a:endParaRPr lang="en-US" sz="1200" b="1" dirty="0"/>
          </a:p>
        </p:txBody>
      </p:sp>
      <p:sp>
        <p:nvSpPr>
          <p:cNvPr id="21" name="Shape 31">
            <a:extLst>
              <a:ext uri="{FF2B5EF4-FFF2-40B4-BE49-F238E27FC236}">
                <a16:creationId xmlns:a16="http://schemas.microsoft.com/office/drawing/2014/main" id="{1743D102-4211-6644-593C-CF7077FB8C0D}"/>
              </a:ext>
            </a:extLst>
          </p:cNvPr>
          <p:cNvSpPr/>
          <p:nvPr/>
        </p:nvSpPr>
        <p:spPr>
          <a:xfrm>
            <a:off x="3369055" y="14010936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70DEC4"/>
          </a:solidFill>
          <a:ln/>
        </p:spPr>
      </p:sp>
      <p:sp>
        <p:nvSpPr>
          <p:cNvPr id="22" name="Text 32">
            <a:extLst>
              <a:ext uri="{FF2B5EF4-FFF2-40B4-BE49-F238E27FC236}">
                <a16:creationId xmlns:a16="http://schemas.microsoft.com/office/drawing/2014/main" id="{31EE66B1-A41A-67D7-EE8F-432DB06372F0}"/>
              </a:ext>
            </a:extLst>
          </p:cNvPr>
          <p:cNvSpPr/>
          <p:nvPr/>
        </p:nvSpPr>
        <p:spPr>
          <a:xfrm>
            <a:off x="3664723" y="14094812"/>
            <a:ext cx="1231005" cy="24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Landslides</a:t>
            </a:r>
            <a:endParaRPr lang="en-US" sz="1200" b="1" dirty="0"/>
          </a:p>
        </p:txBody>
      </p:sp>
      <p:sp>
        <p:nvSpPr>
          <p:cNvPr id="23" name="Shape 33">
            <a:extLst>
              <a:ext uri="{FF2B5EF4-FFF2-40B4-BE49-F238E27FC236}">
                <a16:creationId xmlns:a16="http://schemas.microsoft.com/office/drawing/2014/main" id="{32584CCB-AA33-D851-CE24-FEAA13B455C0}"/>
              </a:ext>
            </a:extLst>
          </p:cNvPr>
          <p:cNvSpPr/>
          <p:nvPr/>
        </p:nvSpPr>
        <p:spPr>
          <a:xfrm>
            <a:off x="4610532" y="14022793"/>
            <a:ext cx="249451" cy="240702"/>
          </a:xfrm>
          <a:prstGeom prst="roundRect">
            <a:avLst>
              <a:gd name="adj" fmla="val 16134"/>
            </a:avLst>
          </a:prstGeom>
          <a:solidFill>
            <a:srgbClr val="8EE5D1"/>
          </a:solidFill>
          <a:ln/>
        </p:spPr>
      </p:sp>
      <p:sp>
        <p:nvSpPr>
          <p:cNvPr id="24" name="Text 34">
            <a:extLst>
              <a:ext uri="{FF2B5EF4-FFF2-40B4-BE49-F238E27FC236}">
                <a16:creationId xmlns:a16="http://schemas.microsoft.com/office/drawing/2014/main" id="{AFE7D158-2EA9-E7FD-8C8C-45EF603CCA84}"/>
              </a:ext>
            </a:extLst>
          </p:cNvPr>
          <p:cNvSpPr/>
          <p:nvPr/>
        </p:nvSpPr>
        <p:spPr>
          <a:xfrm>
            <a:off x="4899690" y="14124595"/>
            <a:ext cx="552616" cy="24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Fires</a:t>
            </a:r>
            <a:endParaRPr lang="en-US" sz="1200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85289EA-868F-E29A-1A75-28BB6E870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083" y="3920985"/>
            <a:ext cx="3402167" cy="340216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3C79290-C24F-EF24-F8BE-56A727DA6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3527" y="3920984"/>
            <a:ext cx="5456581" cy="3402167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338D2917-A3CE-6FF5-DFBF-1FB84F881A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779" y="3920984"/>
            <a:ext cx="3402167" cy="3402167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856A9CDF-A28C-5CC1-EA1F-BDEAB93669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4960" y="10619151"/>
            <a:ext cx="6698669" cy="3541445"/>
          </a:xfrm>
          <a:prstGeom prst="rect">
            <a:avLst/>
          </a:prstGeom>
        </p:spPr>
      </p:pic>
      <p:sp>
        <p:nvSpPr>
          <p:cNvPr id="299" name="Shape 3">
            <a:extLst>
              <a:ext uri="{FF2B5EF4-FFF2-40B4-BE49-F238E27FC236}">
                <a16:creationId xmlns:a16="http://schemas.microsoft.com/office/drawing/2014/main" id="{B59166A6-00A3-C848-4096-2392C9FEE88B}"/>
              </a:ext>
            </a:extLst>
          </p:cNvPr>
          <p:cNvSpPr/>
          <p:nvPr/>
        </p:nvSpPr>
        <p:spPr>
          <a:xfrm>
            <a:off x="14518640" y="2958355"/>
            <a:ext cx="0" cy="13270464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0" name="Shape 4">
            <a:extLst>
              <a:ext uri="{FF2B5EF4-FFF2-40B4-BE49-F238E27FC236}">
                <a16:creationId xmlns:a16="http://schemas.microsoft.com/office/drawing/2014/main" id="{10131EC1-7769-CE7B-3C4B-81BB391971D6}"/>
              </a:ext>
            </a:extLst>
          </p:cNvPr>
          <p:cNvSpPr/>
          <p:nvPr/>
        </p:nvSpPr>
        <p:spPr>
          <a:xfrm flipV="1">
            <a:off x="233559" y="9682413"/>
            <a:ext cx="2881082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1" name="Text 5">
            <a:extLst>
              <a:ext uri="{FF2B5EF4-FFF2-40B4-BE49-F238E27FC236}">
                <a16:creationId xmlns:a16="http://schemas.microsoft.com/office/drawing/2014/main" id="{0C5B2CD1-CEA0-E9C9-8D75-22F98D396554}"/>
              </a:ext>
            </a:extLst>
          </p:cNvPr>
          <p:cNvSpPr/>
          <p:nvPr/>
        </p:nvSpPr>
        <p:spPr>
          <a:xfrm>
            <a:off x="396835" y="2817880"/>
            <a:ext cx="6095873" cy="1262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THE CHALLENGE</a:t>
            </a:r>
            <a:endParaRPr lang="en-US" sz="4000" dirty="0"/>
          </a:p>
        </p:txBody>
      </p:sp>
      <p:sp>
        <p:nvSpPr>
          <p:cNvPr id="307" name="Shape 3">
            <a:extLst>
              <a:ext uri="{FF2B5EF4-FFF2-40B4-BE49-F238E27FC236}">
                <a16:creationId xmlns:a16="http://schemas.microsoft.com/office/drawing/2014/main" id="{5EFE7DC0-7055-7E10-B535-F7C210BD366D}"/>
              </a:ext>
            </a:extLst>
          </p:cNvPr>
          <p:cNvSpPr/>
          <p:nvPr/>
        </p:nvSpPr>
        <p:spPr>
          <a:xfrm>
            <a:off x="442566" y="7534010"/>
            <a:ext cx="6662148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08" name="Text 4">
            <a:extLst>
              <a:ext uri="{FF2B5EF4-FFF2-40B4-BE49-F238E27FC236}">
                <a16:creationId xmlns:a16="http://schemas.microsoft.com/office/drawing/2014/main" id="{22A0119D-A1DC-A3DB-52F8-5EE445A7FECE}"/>
              </a:ext>
            </a:extLst>
          </p:cNvPr>
          <p:cNvSpPr/>
          <p:nvPr/>
        </p:nvSpPr>
        <p:spPr>
          <a:xfrm>
            <a:off x="1006843" y="7918660"/>
            <a:ext cx="5533594" cy="26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Bangladesh faces frequent natural disasters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09" name="Shape 5">
            <a:extLst>
              <a:ext uri="{FF2B5EF4-FFF2-40B4-BE49-F238E27FC236}">
                <a16:creationId xmlns:a16="http://schemas.microsoft.com/office/drawing/2014/main" id="{330F7EDB-25E9-DBD8-760F-B5736B3C5A41}"/>
              </a:ext>
            </a:extLst>
          </p:cNvPr>
          <p:cNvSpPr/>
          <p:nvPr/>
        </p:nvSpPr>
        <p:spPr>
          <a:xfrm>
            <a:off x="7397719" y="7534010"/>
            <a:ext cx="6850901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Text 6">
            <a:extLst>
              <a:ext uri="{FF2B5EF4-FFF2-40B4-BE49-F238E27FC236}">
                <a16:creationId xmlns:a16="http://schemas.microsoft.com/office/drawing/2014/main" id="{4ADC26E9-710E-C42D-1E50-143221A6FBD2}"/>
              </a:ext>
            </a:extLst>
          </p:cNvPr>
          <p:cNvSpPr/>
          <p:nvPr/>
        </p:nvSpPr>
        <p:spPr>
          <a:xfrm>
            <a:off x="7596400" y="7920388"/>
            <a:ext cx="6453533" cy="32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300M+ Bangla speakers lack automated monitoring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11" name="Shape 7">
            <a:extLst>
              <a:ext uri="{FF2B5EF4-FFF2-40B4-BE49-F238E27FC236}">
                <a16:creationId xmlns:a16="http://schemas.microsoft.com/office/drawing/2014/main" id="{13E9E722-5E8E-D853-22D9-5033F070DC44}"/>
              </a:ext>
            </a:extLst>
          </p:cNvPr>
          <p:cNvSpPr/>
          <p:nvPr/>
        </p:nvSpPr>
        <p:spPr>
          <a:xfrm>
            <a:off x="442566" y="8604814"/>
            <a:ext cx="6662148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12" name="Text 8">
            <a:extLst>
              <a:ext uri="{FF2B5EF4-FFF2-40B4-BE49-F238E27FC236}">
                <a16:creationId xmlns:a16="http://schemas.microsoft.com/office/drawing/2014/main" id="{F7CB55B1-64BA-C369-E18C-2D89744CFAD1}"/>
              </a:ext>
            </a:extLst>
          </p:cNvPr>
          <p:cNvSpPr/>
          <p:nvPr/>
        </p:nvSpPr>
        <p:spPr>
          <a:xfrm>
            <a:off x="697744" y="8961258"/>
            <a:ext cx="6151792" cy="30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Social media provides real-time disaster updates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13" name="Shape 9">
            <a:extLst>
              <a:ext uri="{FF2B5EF4-FFF2-40B4-BE49-F238E27FC236}">
                <a16:creationId xmlns:a16="http://schemas.microsoft.com/office/drawing/2014/main" id="{F97A0AE0-DF9B-AA4B-F2AC-BEE1DC50D828}"/>
              </a:ext>
            </a:extLst>
          </p:cNvPr>
          <p:cNvSpPr/>
          <p:nvPr/>
        </p:nvSpPr>
        <p:spPr>
          <a:xfrm>
            <a:off x="7397718" y="8589805"/>
            <a:ext cx="6850899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14" name="Text 10">
            <a:extLst>
              <a:ext uri="{FF2B5EF4-FFF2-40B4-BE49-F238E27FC236}">
                <a16:creationId xmlns:a16="http://schemas.microsoft.com/office/drawing/2014/main" id="{C337D38D-1B55-92B3-C40E-2C70CF28D7F2}"/>
              </a:ext>
            </a:extLst>
          </p:cNvPr>
          <p:cNvSpPr/>
          <p:nvPr/>
        </p:nvSpPr>
        <p:spPr>
          <a:xfrm>
            <a:off x="7464409" y="8945148"/>
            <a:ext cx="5736640" cy="321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No multimodal classification system exists for Bangla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16" name="Text 31">
            <a:extLst>
              <a:ext uri="{FF2B5EF4-FFF2-40B4-BE49-F238E27FC236}">
                <a16:creationId xmlns:a16="http://schemas.microsoft.com/office/drawing/2014/main" id="{E09C97A0-0862-655E-05A2-2E19B46090F2}"/>
              </a:ext>
            </a:extLst>
          </p:cNvPr>
          <p:cNvSpPr/>
          <p:nvPr/>
        </p:nvSpPr>
        <p:spPr>
          <a:xfrm>
            <a:off x="327344" y="9991752"/>
            <a:ext cx="7000884" cy="706597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📊 DATASET &amp; APPROACH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7" name="Image 7" descr="preencoded.png">
            <a:extLst>
              <a:ext uri="{FF2B5EF4-FFF2-40B4-BE49-F238E27FC236}">
                <a16:creationId xmlns:a16="http://schemas.microsoft.com/office/drawing/2014/main" id="{C299BBA0-1A31-9E54-7B28-C55B768A6E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931" y="10699904"/>
            <a:ext cx="7485578" cy="3237786"/>
          </a:xfrm>
          <a:prstGeom prst="rect">
            <a:avLst/>
          </a:prstGeom>
        </p:spPr>
      </p:pic>
      <p:sp>
        <p:nvSpPr>
          <p:cNvPr id="318" name="Text 36">
            <a:extLst>
              <a:ext uri="{FF2B5EF4-FFF2-40B4-BE49-F238E27FC236}">
                <a16:creationId xmlns:a16="http://schemas.microsoft.com/office/drawing/2014/main" id="{AB051954-0B6B-7073-6A6B-2959CEC8F066}"/>
              </a:ext>
            </a:extLst>
          </p:cNvPr>
          <p:cNvSpPr/>
          <p:nvPr/>
        </p:nvSpPr>
        <p:spPr>
          <a:xfrm>
            <a:off x="10181597" y="13001707"/>
            <a:ext cx="1902590" cy="23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Early Fusion</a:t>
            </a:r>
            <a:endParaRPr lang="en-US" sz="1800" dirty="0"/>
          </a:p>
        </p:txBody>
      </p:sp>
      <p:sp>
        <p:nvSpPr>
          <p:cNvPr id="319" name="Text 37">
            <a:extLst>
              <a:ext uri="{FF2B5EF4-FFF2-40B4-BE49-F238E27FC236}">
                <a16:creationId xmlns:a16="http://schemas.microsoft.com/office/drawing/2014/main" id="{5B57880E-067D-854E-3409-95F704C13D78}"/>
              </a:ext>
            </a:extLst>
          </p:cNvPr>
          <p:cNvSpPr/>
          <p:nvPr/>
        </p:nvSpPr>
        <p:spPr>
          <a:xfrm>
            <a:off x="10181597" y="13307179"/>
            <a:ext cx="3788266" cy="190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Combined Features → Classification</a:t>
            </a:r>
            <a:endParaRPr lang="en-US" sz="1600" dirty="0"/>
          </a:p>
        </p:txBody>
      </p:sp>
      <p:pic>
        <p:nvPicPr>
          <p:cNvPr id="320" name="Image 8" descr="preencoded.png">
            <a:extLst>
              <a:ext uri="{FF2B5EF4-FFF2-40B4-BE49-F238E27FC236}">
                <a16:creationId xmlns:a16="http://schemas.microsoft.com/office/drawing/2014/main" id="{6C951523-0091-9431-F199-E09D2BA0DA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0167" y="12907239"/>
            <a:ext cx="338238" cy="338238"/>
          </a:xfrm>
          <a:prstGeom prst="rect">
            <a:avLst/>
          </a:prstGeom>
        </p:spPr>
      </p:pic>
      <p:sp>
        <p:nvSpPr>
          <p:cNvPr id="321" name="Text 38">
            <a:extLst>
              <a:ext uri="{FF2B5EF4-FFF2-40B4-BE49-F238E27FC236}">
                <a16:creationId xmlns:a16="http://schemas.microsoft.com/office/drawing/2014/main" id="{F22CC753-4494-AC48-6A1B-94471D70F301}"/>
              </a:ext>
            </a:extLst>
          </p:cNvPr>
          <p:cNvSpPr/>
          <p:nvPr/>
        </p:nvSpPr>
        <p:spPr>
          <a:xfrm>
            <a:off x="10181597" y="12080009"/>
            <a:ext cx="1902590" cy="23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Image Input</a:t>
            </a:r>
            <a:endParaRPr lang="en-US" sz="1800" dirty="0"/>
          </a:p>
        </p:txBody>
      </p:sp>
      <p:sp>
        <p:nvSpPr>
          <p:cNvPr id="322" name="Text 39">
            <a:extLst>
              <a:ext uri="{FF2B5EF4-FFF2-40B4-BE49-F238E27FC236}">
                <a16:creationId xmlns:a16="http://schemas.microsoft.com/office/drawing/2014/main" id="{BBF12FF8-74EF-A8A9-3307-F6CEEC74248F}"/>
              </a:ext>
            </a:extLst>
          </p:cNvPr>
          <p:cNvSpPr/>
          <p:nvPr/>
        </p:nvSpPr>
        <p:spPr>
          <a:xfrm>
            <a:off x="10181597" y="12385481"/>
            <a:ext cx="3788266" cy="190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ResNet50, DenseNet169, MobileNetV2</a:t>
            </a:r>
            <a:endParaRPr lang="en-US" sz="1600" dirty="0"/>
          </a:p>
        </p:txBody>
      </p:sp>
      <p:pic>
        <p:nvPicPr>
          <p:cNvPr id="323" name="Image 9" descr="preencoded.png">
            <a:extLst>
              <a:ext uri="{FF2B5EF4-FFF2-40B4-BE49-F238E27FC236}">
                <a16:creationId xmlns:a16="http://schemas.microsoft.com/office/drawing/2014/main" id="{0C620A67-4145-D1B0-ABCA-99EA7E9618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0167" y="12036144"/>
            <a:ext cx="338238" cy="338238"/>
          </a:xfrm>
          <a:prstGeom prst="rect">
            <a:avLst/>
          </a:prstGeom>
        </p:spPr>
      </p:pic>
      <p:sp>
        <p:nvSpPr>
          <p:cNvPr id="324" name="Text 40">
            <a:extLst>
              <a:ext uri="{FF2B5EF4-FFF2-40B4-BE49-F238E27FC236}">
                <a16:creationId xmlns:a16="http://schemas.microsoft.com/office/drawing/2014/main" id="{00A0E429-F7F2-B4C4-DCC8-9A0571374E4D}"/>
              </a:ext>
            </a:extLst>
          </p:cNvPr>
          <p:cNvSpPr/>
          <p:nvPr/>
        </p:nvSpPr>
        <p:spPr>
          <a:xfrm>
            <a:off x="10181597" y="11116031"/>
            <a:ext cx="1902590" cy="23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Text Input</a:t>
            </a:r>
            <a:endParaRPr lang="en-US" sz="1800" dirty="0"/>
          </a:p>
        </p:txBody>
      </p:sp>
      <p:sp>
        <p:nvSpPr>
          <p:cNvPr id="325" name="Text 41">
            <a:extLst>
              <a:ext uri="{FF2B5EF4-FFF2-40B4-BE49-F238E27FC236}">
                <a16:creationId xmlns:a16="http://schemas.microsoft.com/office/drawing/2014/main" id="{65F24516-FD43-413E-A63C-57EF34A5C28C}"/>
              </a:ext>
            </a:extLst>
          </p:cNvPr>
          <p:cNvSpPr/>
          <p:nvPr/>
        </p:nvSpPr>
        <p:spPr>
          <a:xfrm>
            <a:off x="10181597" y="11421502"/>
            <a:ext cx="3788266" cy="190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BanglaBERT, mBERT, XLM-RoBERTa</a:t>
            </a:r>
            <a:endParaRPr lang="en-US" sz="1600" dirty="0"/>
          </a:p>
        </p:txBody>
      </p:sp>
      <p:pic>
        <p:nvPicPr>
          <p:cNvPr id="326" name="Image 10" descr="preencoded.png">
            <a:extLst>
              <a:ext uri="{FF2B5EF4-FFF2-40B4-BE49-F238E27FC236}">
                <a16:creationId xmlns:a16="http://schemas.microsoft.com/office/drawing/2014/main" id="{DED09637-8496-98FE-5E4F-DF73E3638A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0167" y="11199004"/>
            <a:ext cx="338238" cy="338238"/>
          </a:xfrm>
          <a:prstGeom prst="rect">
            <a:avLst/>
          </a:prstGeom>
        </p:spPr>
      </p:pic>
      <p:sp>
        <p:nvSpPr>
          <p:cNvPr id="327" name="Text 18">
            <a:extLst>
              <a:ext uri="{FF2B5EF4-FFF2-40B4-BE49-F238E27FC236}">
                <a16:creationId xmlns:a16="http://schemas.microsoft.com/office/drawing/2014/main" id="{3D0B2452-07F4-0B0A-236F-A0254AFE881E}"/>
              </a:ext>
            </a:extLst>
          </p:cNvPr>
          <p:cNvSpPr/>
          <p:nvPr/>
        </p:nvSpPr>
        <p:spPr>
          <a:xfrm>
            <a:off x="3912475" y="11498690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28" name="Text 18">
            <a:extLst>
              <a:ext uri="{FF2B5EF4-FFF2-40B4-BE49-F238E27FC236}">
                <a16:creationId xmlns:a16="http://schemas.microsoft.com/office/drawing/2014/main" id="{D4DA925C-88CD-12FE-0058-FA14F99254D5}"/>
              </a:ext>
            </a:extLst>
          </p:cNvPr>
          <p:cNvSpPr/>
          <p:nvPr/>
        </p:nvSpPr>
        <p:spPr>
          <a:xfrm>
            <a:off x="4285736" y="12244488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29" name="Text 18">
            <a:extLst>
              <a:ext uri="{FF2B5EF4-FFF2-40B4-BE49-F238E27FC236}">
                <a16:creationId xmlns:a16="http://schemas.microsoft.com/office/drawing/2014/main" id="{D3F1D41C-B24F-44B6-1EFD-A98CC7A88C3D}"/>
              </a:ext>
            </a:extLst>
          </p:cNvPr>
          <p:cNvSpPr/>
          <p:nvPr/>
        </p:nvSpPr>
        <p:spPr>
          <a:xfrm>
            <a:off x="3928898" y="12796298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30" name="Text 18">
            <a:extLst>
              <a:ext uri="{FF2B5EF4-FFF2-40B4-BE49-F238E27FC236}">
                <a16:creationId xmlns:a16="http://schemas.microsoft.com/office/drawing/2014/main" id="{08F39185-9B6E-C5FC-92D1-00CFF7484911}"/>
              </a:ext>
            </a:extLst>
          </p:cNvPr>
          <p:cNvSpPr/>
          <p:nvPr/>
        </p:nvSpPr>
        <p:spPr>
          <a:xfrm>
            <a:off x="3307515" y="12962316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31" name="Text 18">
            <a:extLst>
              <a:ext uri="{FF2B5EF4-FFF2-40B4-BE49-F238E27FC236}">
                <a16:creationId xmlns:a16="http://schemas.microsoft.com/office/drawing/2014/main" id="{1C0AE210-6465-C60E-0273-7E55DCFDFF9D}"/>
              </a:ext>
            </a:extLst>
          </p:cNvPr>
          <p:cNvSpPr/>
          <p:nvPr/>
        </p:nvSpPr>
        <p:spPr>
          <a:xfrm>
            <a:off x="2796497" y="12706505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32" name="Text 18">
            <a:extLst>
              <a:ext uri="{FF2B5EF4-FFF2-40B4-BE49-F238E27FC236}">
                <a16:creationId xmlns:a16="http://schemas.microsoft.com/office/drawing/2014/main" id="{A9DDDCD4-A8C8-7648-961D-D8AB97FACCDA}"/>
              </a:ext>
            </a:extLst>
          </p:cNvPr>
          <p:cNvSpPr/>
          <p:nvPr/>
        </p:nvSpPr>
        <p:spPr>
          <a:xfrm>
            <a:off x="2627383" y="12256858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52" name="Text 18">
            <a:extLst>
              <a:ext uri="{FF2B5EF4-FFF2-40B4-BE49-F238E27FC236}">
                <a16:creationId xmlns:a16="http://schemas.microsoft.com/office/drawing/2014/main" id="{302102EA-F876-307D-4A61-DF5C2BE2A21A}"/>
              </a:ext>
            </a:extLst>
          </p:cNvPr>
          <p:cNvSpPr/>
          <p:nvPr/>
        </p:nvSpPr>
        <p:spPr>
          <a:xfrm>
            <a:off x="2685060" y="11796095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53" name="Text 18">
            <a:extLst>
              <a:ext uri="{FF2B5EF4-FFF2-40B4-BE49-F238E27FC236}">
                <a16:creationId xmlns:a16="http://schemas.microsoft.com/office/drawing/2014/main" id="{5E99326D-EA2E-6D01-58F4-AC1B295C9337}"/>
              </a:ext>
            </a:extLst>
          </p:cNvPr>
          <p:cNvSpPr/>
          <p:nvPr/>
        </p:nvSpPr>
        <p:spPr>
          <a:xfrm>
            <a:off x="3001991" y="11489026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54" name="Text 18">
            <a:extLst>
              <a:ext uri="{FF2B5EF4-FFF2-40B4-BE49-F238E27FC236}">
                <a16:creationId xmlns:a16="http://schemas.microsoft.com/office/drawing/2014/main" id="{2747866E-2F37-787B-92D4-D593E2EBEDA4}"/>
              </a:ext>
            </a:extLst>
          </p:cNvPr>
          <p:cNvSpPr/>
          <p:nvPr/>
        </p:nvSpPr>
        <p:spPr>
          <a:xfrm>
            <a:off x="3345347" y="11357657"/>
            <a:ext cx="362188" cy="17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6%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63" name="Shape 3">
            <a:extLst>
              <a:ext uri="{FF2B5EF4-FFF2-40B4-BE49-F238E27FC236}">
                <a16:creationId xmlns:a16="http://schemas.microsoft.com/office/drawing/2014/main" id="{465884E5-E5B4-6B28-56BA-9D69587419DF}"/>
              </a:ext>
            </a:extLst>
          </p:cNvPr>
          <p:cNvSpPr/>
          <p:nvPr/>
        </p:nvSpPr>
        <p:spPr>
          <a:xfrm>
            <a:off x="396835" y="14331328"/>
            <a:ext cx="6662148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64" name="Text 4">
            <a:extLst>
              <a:ext uri="{FF2B5EF4-FFF2-40B4-BE49-F238E27FC236}">
                <a16:creationId xmlns:a16="http://schemas.microsoft.com/office/drawing/2014/main" id="{8F288F8A-F880-8FDB-5B4B-B2A32C9F322B}"/>
              </a:ext>
            </a:extLst>
          </p:cNvPr>
          <p:cNvSpPr/>
          <p:nvPr/>
        </p:nvSpPr>
        <p:spPr>
          <a:xfrm>
            <a:off x="1060989" y="14715202"/>
            <a:ext cx="5533594" cy="26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5,037 annotated Bangla social media posts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65" name="Shape 5">
            <a:extLst>
              <a:ext uri="{FF2B5EF4-FFF2-40B4-BE49-F238E27FC236}">
                <a16:creationId xmlns:a16="http://schemas.microsoft.com/office/drawing/2014/main" id="{6C80F41C-1DD8-8191-73E4-76DFC677E55B}"/>
              </a:ext>
            </a:extLst>
          </p:cNvPr>
          <p:cNvSpPr/>
          <p:nvPr/>
        </p:nvSpPr>
        <p:spPr>
          <a:xfrm>
            <a:off x="7351988" y="14331328"/>
            <a:ext cx="6850901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Text 6">
            <a:extLst>
              <a:ext uri="{FF2B5EF4-FFF2-40B4-BE49-F238E27FC236}">
                <a16:creationId xmlns:a16="http://schemas.microsoft.com/office/drawing/2014/main" id="{09F87D7C-840C-008F-70CE-3AD4BD77BDA2}"/>
              </a:ext>
            </a:extLst>
          </p:cNvPr>
          <p:cNvSpPr/>
          <p:nvPr/>
        </p:nvSpPr>
        <p:spPr>
          <a:xfrm>
            <a:off x="7550669" y="14718941"/>
            <a:ext cx="6453533" cy="32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Advanced transformer models for text processing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67" name="Shape 7">
            <a:extLst>
              <a:ext uri="{FF2B5EF4-FFF2-40B4-BE49-F238E27FC236}">
                <a16:creationId xmlns:a16="http://schemas.microsoft.com/office/drawing/2014/main" id="{B1F0517D-726D-3F72-D821-5A2FB384263B}"/>
              </a:ext>
            </a:extLst>
          </p:cNvPr>
          <p:cNvSpPr/>
          <p:nvPr/>
        </p:nvSpPr>
        <p:spPr>
          <a:xfrm>
            <a:off x="396835" y="15402132"/>
            <a:ext cx="6662148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68" name="Text 8">
            <a:extLst>
              <a:ext uri="{FF2B5EF4-FFF2-40B4-BE49-F238E27FC236}">
                <a16:creationId xmlns:a16="http://schemas.microsoft.com/office/drawing/2014/main" id="{061A8895-DCE2-AF17-2335-259732C9D678}"/>
              </a:ext>
            </a:extLst>
          </p:cNvPr>
          <p:cNvSpPr/>
          <p:nvPr/>
        </p:nvSpPr>
        <p:spPr>
          <a:xfrm>
            <a:off x="636305" y="15760349"/>
            <a:ext cx="6151792" cy="30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9 disaster categories with balanced distribution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69" name="Shape 9">
            <a:extLst>
              <a:ext uri="{FF2B5EF4-FFF2-40B4-BE49-F238E27FC236}">
                <a16:creationId xmlns:a16="http://schemas.microsoft.com/office/drawing/2014/main" id="{DE3115C9-C5AD-E988-0849-6516259D1B31}"/>
              </a:ext>
            </a:extLst>
          </p:cNvPr>
          <p:cNvSpPr/>
          <p:nvPr/>
        </p:nvSpPr>
        <p:spPr>
          <a:xfrm>
            <a:off x="7351987" y="15387123"/>
            <a:ext cx="6850899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70" name="Text 10">
            <a:extLst>
              <a:ext uri="{FF2B5EF4-FFF2-40B4-BE49-F238E27FC236}">
                <a16:creationId xmlns:a16="http://schemas.microsoft.com/office/drawing/2014/main" id="{D659D89B-C6CD-0404-FD5A-0B22D6214FD6}"/>
              </a:ext>
            </a:extLst>
          </p:cNvPr>
          <p:cNvSpPr/>
          <p:nvPr/>
        </p:nvSpPr>
        <p:spPr>
          <a:xfrm>
            <a:off x="7912023" y="15752924"/>
            <a:ext cx="5730824" cy="30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State‑of‑the‑art CNN architectures for images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71" name="Text 27">
            <a:extLst>
              <a:ext uri="{FF2B5EF4-FFF2-40B4-BE49-F238E27FC236}">
                <a16:creationId xmlns:a16="http://schemas.microsoft.com/office/drawing/2014/main" id="{8F7F6E2E-AF0C-61F9-943E-F706FA3E4FF9}"/>
              </a:ext>
            </a:extLst>
          </p:cNvPr>
          <p:cNvSpPr/>
          <p:nvPr/>
        </p:nvSpPr>
        <p:spPr>
          <a:xfrm>
            <a:off x="14689038" y="3156978"/>
            <a:ext cx="4970115" cy="731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OUR SOLUTION</a:t>
            </a:r>
            <a:endParaRPr lang="en-US" sz="4000" dirty="0"/>
          </a:p>
        </p:txBody>
      </p:sp>
      <p:sp>
        <p:nvSpPr>
          <p:cNvPr id="372" name="Shape 3">
            <a:extLst>
              <a:ext uri="{FF2B5EF4-FFF2-40B4-BE49-F238E27FC236}">
                <a16:creationId xmlns:a16="http://schemas.microsoft.com/office/drawing/2014/main" id="{A38ED60F-6671-7F5A-17BF-721091E06625}"/>
              </a:ext>
            </a:extLst>
          </p:cNvPr>
          <p:cNvSpPr/>
          <p:nvPr/>
        </p:nvSpPr>
        <p:spPr>
          <a:xfrm>
            <a:off x="14765690" y="7534010"/>
            <a:ext cx="7008611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73" name="Text 4">
            <a:extLst>
              <a:ext uri="{FF2B5EF4-FFF2-40B4-BE49-F238E27FC236}">
                <a16:creationId xmlns:a16="http://schemas.microsoft.com/office/drawing/2014/main" id="{63000BE9-5793-394D-FE40-873BCA145914}"/>
              </a:ext>
            </a:extLst>
          </p:cNvPr>
          <p:cNvSpPr/>
          <p:nvPr/>
        </p:nvSpPr>
        <p:spPr>
          <a:xfrm>
            <a:off x="14874818" y="7885735"/>
            <a:ext cx="6781943" cy="26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First comprehensive multimodal disaster AI for Bangla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74" name="Shape 5">
            <a:extLst>
              <a:ext uri="{FF2B5EF4-FFF2-40B4-BE49-F238E27FC236}">
                <a16:creationId xmlns:a16="http://schemas.microsoft.com/office/drawing/2014/main" id="{F5301966-A737-6E82-EBE6-7D9F8C2727A6}"/>
              </a:ext>
            </a:extLst>
          </p:cNvPr>
          <p:cNvSpPr/>
          <p:nvPr/>
        </p:nvSpPr>
        <p:spPr>
          <a:xfrm>
            <a:off x="21892220" y="7534010"/>
            <a:ext cx="6850901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Text 6">
            <a:extLst>
              <a:ext uri="{FF2B5EF4-FFF2-40B4-BE49-F238E27FC236}">
                <a16:creationId xmlns:a16="http://schemas.microsoft.com/office/drawing/2014/main" id="{028480E4-F5E3-3ECD-5339-F83A88C88286}"/>
              </a:ext>
            </a:extLst>
          </p:cNvPr>
          <p:cNvSpPr/>
          <p:nvPr/>
        </p:nvSpPr>
        <p:spPr>
          <a:xfrm>
            <a:off x="22980555" y="7918660"/>
            <a:ext cx="4674230" cy="33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Transformer‑CNN fusion architecture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76" name="Shape 7">
            <a:extLst>
              <a:ext uri="{FF2B5EF4-FFF2-40B4-BE49-F238E27FC236}">
                <a16:creationId xmlns:a16="http://schemas.microsoft.com/office/drawing/2014/main" id="{0E60FA53-042B-B5BF-F700-0649D124B45B}"/>
              </a:ext>
            </a:extLst>
          </p:cNvPr>
          <p:cNvSpPr/>
          <p:nvPr/>
        </p:nvSpPr>
        <p:spPr>
          <a:xfrm>
            <a:off x="14765686" y="8604814"/>
            <a:ext cx="7008609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77" name="Text 8">
            <a:extLst>
              <a:ext uri="{FF2B5EF4-FFF2-40B4-BE49-F238E27FC236}">
                <a16:creationId xmlns:a16="http://schemas.microsoft.com/office/drawing/2014/main" id="{0FDE24B2-B6F3-7F81-76EA-899457AB8D4E}"/>
              </a:ext>
            </a:extLst>
          </p:cNvPr>
          <p:cNvSpPr/>
          <p:nvPr/>
        </p:nvSpPr>
        <p:spPr>
          <a:xfrm>
            <a:off x="15349763" y="8961257"/>
            <a:ext cx="6151792" cy="30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Combines text analysis + visual understanding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78" name="Shape 9">
            <a:extLst>
              <a:ext uri="{FF2B5EF4-FFF2-40B4-BE49-F238E27FC236}">
                <a16:creationId xmlns:a16="http://schemas.microsoft.com/office/drawing/2014/main" id="{5E0403F0-1AE9-EB0A-096E-2D942DC4BDD9}"/>
              </a:ext>
            </a:extLst>
          </p:cNvPr>
          <p:cNvSpPr/>
          <p:nvPr/>
        </p:nvSpPr>
        <p:spPr>
          <a:xfrm>
            <a:off x="21892219" y="8589805"/>
            <a:ext cx="6850899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79" name="Text 10">
            <a:extLst>
              <a:ext uri="{FF2B5EF4-FFF2-40B4-BE49-F238E27FC236}">
                <a16:creationId xmlns:a16="http://schemas.microsoft.com/office/drawing/2014/main" id="{AD169247-E57E-CE31-6D19-C7EB16ADA516}"/>
              </a:ext>
            </a:extLst>
          </p:cNvPr>
          <p:cNvSpPr/>
          <p:nvPr/>
        </p:nvSpPr>
        <p:spPr>
          <a:xfrm>
            <a:off x="22446705" y="8955617"/>
            <a:ext cx="6784211" cy="311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Classifies 9 disaster categories automatically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80" name="Text 49">
            <a:extLst>
              <a:ext uri="{FF2B5EF4-FFF2-40B4-BE49-F238E27FC236}">
                <a16:creationId xmlns:a16="http://schemas.microsoft.com/office/drawing/2014/main" id="{DC3AA08D-1025-E592-BFA1-EAEB4BF3CD2A}"/>
              </a:ext>
            </a:extLst>
          </p:cNvPr>
          <p:cNvSpPr/>
          <p:nvPr/>
        </p:nvSpPr>
        <p:spPr>
          <a:xfrm>
            <a:off x="14689038" y="9900143"/>
            <a:ext cx="6249014" cy="760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RESULTS &amp; IMPACT</a:t>
            </a:r>
            <a:endParaRPr lang="en-US" sz="4000" dirty="0"/>
          </a:p>
        </p:txBody>
      </p:sp>
      <p:sp>
        <p:nvSpPr>
          <p:cNvPr id="382" name="Shape 42">
            <a:extLst>
              <a:ext uri="{FF2B5EF4-FFF2-40B4-BE49-F238E27FC236}">
                <a16:creationId xmlns:a16="http://schemas.microsoft.com/office/drawing/2014/main" id="{E8F6BCE8-AD0F-699B-0561-2B71E4F80738}"/>
              </a:ext>
            </a:extLst>
          </p:cNvPr>
          <p:cNvSpPr/>
          <p:nvPr/>
        </p:nvSpPr>
        <p:spPr>
          <a:xfrm>
            <a:off x="25601789" y="10831565"/>
            <a:ext cx="615048" cy="62641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4800"/>
          </a:p>
        </p:txBody>
      </p:sp>
      <p:pic>
        <p:nvPicPr>
          <p:cNvPr id="383" name="Image 14">
            <a:extLst>
              <a:ext uri="{FF2B5EF4-FFF2-40B4-BE49-F238E27FC236}">
                <a16:creationId xmlns:a16="http://schemas.microsoft.com/office/drawing/2014/main" id="{113FA002-D64F-6883-C47A-E4CD4525DF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718742" y="10955988"/>
            <a:ext cx="379155" cy="379155"/>
          </a:xfrm>
          <a:prstGeom prst="rect">
            <a:avLst/>
          </a:prstGeom>
        </p:spPr>
      </p:pic>
      <p:sp>
        <p:nvSpPr>
          <p:cNvPr id="384" name="Text 43">
            <a:extLst>
              <a:ext uri="{FF2B5EF4-FFF2-40B4-BE49-F238E27FC236}">
                <a16:creationId xmlns:a16="http://schemas.microsoft.com/office/drawing/2014/main" id="{6ECCEAD0-21E5-2B6F-0C56-5599F0CE1001}"/>
              </a:ext>
            </a:extLst>
          </p:cNvPr>
          <p:cNvSpPr/>
          <p:nvPr/>
        </p:nvSpPr>
        <p:spPr>
          <a:xfrm>
            <a:off x="26317817" y="10795090"/>
            <a:ext cx="2033078" cy="6264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374151"/>
                </a:solidFill>
              </a:rPr>
              <a:t>Real-time
</a:t>
            </a:r>
            <a:r>
              <a:rPr lang="en-US" dirty="0">
                <a:solidFill>
                  <a:srgbClr val="6B7280"/>
                </a:solidFill>
              </a:rPr>
              <a:t>Monitoring</a:t>
            </a:r>
            <a:endParaRPr lang="en-US" sz="2400" dirty="0"/>
          </a:p>
        </p:txBody>
      </p:sp>
      <p:pic>
        <p:nvPicPr>
          <p:cNvPr id="386" name="Image 15">
            <a:extLst>
              <a:ext uri="{FF2B5EF4-FFF2-40B4-BE49-F238E27FC236}">
                <a16:creationId xmlns:a16="http://schemas.microsoft.com/office/drawing/2014/main" id="{97A1FC61-FA1D-F29B-2024-5A8DA82BBD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744078" y="12298430"/>
            <a:ext cx="356127" cy="356127"/>
          </a:xfrm>
          <a:prstGeom prst="rect">
            <a:avLst/>
          </a:prstGeom>
        </p:spPr>
      </p:pic>
      <p:sp>
        <p:nvSpPr>
          <p:cNvPr id="387" name="Text 45">
            <a:extLst>
              <a:ext uri="{FF2B5EF4-FFF2-40B4-BE49-F238E27FC236}">
                <a16:creationId xmlns:a16="http://schemas.microsoft.com/office/drawing/2014/main" id="{33FE0B90-2D05-41B7-59A9-D60DF9B4F720}"/>
              </a:ext>
            </a:extLst>
          </p:cNvPr>
          <p:cNvSpPr/>
          <p:nvPr/>
        </p:nvSpPr>
        <p:spPr>
          <a:xfrm>
            <a:off x="26294615" y="12198921"/>
            <a:ext cx="136017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374151"/>
                </a:solidFill>
              </a:rPr>
              <a:t>Faster</a:t>
            </a:r>
            <a:r>
              <a:rPr lang="en-US" sz="2000" b="1" dirty="0">
                <a:solidFill>
                  <a:srgbClr val="374151"/>
                </a:solidFill>
              </a:rPr>
              <a:t>
</a:t>
            </a:r>
            <a:r>
              <a:rPr lang="en-US" dirty="0">
                <a:solidFill>
                  <a:srgbClr val="6B7280"/>
                </a:solidFill>
              </a:rPr>
              <a:t>Response</a:t>
            </a:r>
            <a:endParaRPr lang="en-US" sz="2000" dirty="0"/>
          </a:p>
        </p:txBody>
      </p:sp>
      <p:sp>
        <p:nvSpPr>
          <p:cNvPr id="390" name="Text 47">
            <a:extLst>
              <a:ext uri="{FF2B5EF4-FFF2-40B4-BE49-F238E27FC236}">
                <a16:creationId xmlns:a16="http://schemas.microsoft.com/office/drawing/2014/main" id="{0E29C6CD-87E8-F021-5E84-41A2D9AFF69B}"/>
              </a:ext>
            </a:extLst>
          </p:cNvPr>
          <p:cNvSpPr/>
          <p:nvPr/>
        </p:nvSpPr>
        <p:spPr>
          <a:xfrm>
            <a:off x="26272435" y="13526210"/>
            <a:ext cx="1996875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374151"/>
                </a:solidFill>
              </a:rPr>
              <a:t>300M+</a:t>
            </a:r>
            <a:r>
              <a:rPr lang="en-US" sz="2000" b="1" dirty="0">
                <a:solidFill>
                  <a:srgbClr val="374151"/>
                </a:solidFill>
              </a:rPr>
              <a:t>
</a:t>
            </a:r>
            <a:r>
              <a:rPr lang="en-US" dirty="0">
                <a:solidFill>
                  <a:srgbClr val="6B7280"/>
                </a:solidFill>
              </a:rPr>
              <a:t>People Served</a:t>
            </a:r>
            <a:endParaRPr lang="en-US" sz="2000" dirty="0"/>
          </a:p>
        </p:txBody>
      </p:sp>
      <p:pic>
        <p:nvPicPr>
          <p:cNvPr id="389" name="Image 16">
            <a:extLst>
              <a:ext uri="{FF2B5EF4-FFF2-40B4-BE49-F238E27FC236}">
                <a16:creationId xmlns:a16="http://schemas.microsoft.com/office/drawing/2014/main" id="{E3947439-7F03-9189-D9A7-8837FF13B3F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703803" y="13544312"/>
            <a:ext cx="411019" cy="411019"/>
          </a:xfrm>
          <a:prstGeom prst="rect">
            <a:avLst/>
          </a:prstGeom>
        </p:spPr>
      </p:pic>
      <p:sp>
        <p:nvSpPr>
          <p:cNvPr id="393" name="Shape 3">
            <a:extLst>
              <a:ext uri="{FF2B5EF4-FFF2-40B4-BE49-F238E27FC236}">
                <a16:creationId xmlns:a16="http://schemas.microsoft.com/office/drawing/2014/main" id="{911019D2-1DC5-0C72-89F3-F25BCF185D08}"/>
              </a:ext>
            </a:extLst>
          </p:cNvPr>
          <p:cNvSpPr/>
          <p:nvPr/>
        </p:nvSpPr>
        <p:spPr>
          <a:xfrm>
            <a:off x="14922236" y="14331328"/>
            <a:ext cx="6662148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94" name="Text 4">
            <a:extLst>
              <a:ext uri="{FF2B5EF4-FFF2-40B4-BE49-F238E27FC236}">
                <a16:creationId xmlns:a16="http://schemas.microsoft.com/office/drawing/2014/main" id="{FF9B334E-B74F-E20C-ADD5-3D97BAC8EE0F}"/>
              </a:ext>
            </a:extLst>
          </p:cNvPr>
          <p:cNvSpPr/>
          <p:nvPr/>
        </p:nvSpPr>
        <p:spPr>
          <a:xfrm>
            <a:off x="15368801" y="14682459"/>
            <a:ext cx="5533594" cy="26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83.76% accuracy achieved (best performance)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95" name="Shape 5">
            <a:extLst>
              <a:ext uri="{FF2B5EF4-FFF2-40B4-BE49-F238E27FC236}">
                <a16:creationId xmlns:a16="http://schemas.microsoft.com/office/drawing/2014/main" id="{8B75D358-11DF-E3E2-74AE-051A6F561960}"/>
              </a:ext>
            </a:extLst>
          </p:cNvPr>
          <p:cNvSpPr/>
          <p:nvPr/>
        </p:nvSpPr>
        <p:spPr>
          <a:xfrm>
            <a:off x="21877389" y="14331328"/>
            <a:ext cx="6850901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Text 6">
            <a:extLst>
              <a:ext uri="{FF2B5EF4-FFF2-40B4-BE49-F238E27FC236}">
                <a16:creationId xmlns:a16="http://schemas.microsoft.com/office/drawing/2014/main" id="{432FD8F7-C6DC-15F8-2FF6-D2FF83406C66}"/>
              </a:ext>
            </a:extLst>
          </p:cNvPr>
          <p:cNvSpPr/>
          <p:nvPr/>
        </p:nvSpPr>
        <p:spPr>
          <a:xfrm>
            <a:off x="22340581" y="14686870"/>
            <a:ext cx="5888604" cy="19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+3.84% improvement over text‑only approach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97" name="Shape 7">
            <a:extLst>
              <a:ext uri="{FF2B5EF4-FFF2-40B4-BE49-F238E27FC236}">
                <a16:creationId xmlns:a16="http://schemas.microsoft.com/office/drawing/2014/main" id="{FECD06E3-3C92-F5AF-FF04-5397C0E31917}"/>
              </a:ext>
            </a:extLst>
          </p:cNvPr>
          <p:cNvSpPr/>
          <p:nvPr/>
        </p:nvSpPr>
        <p:spPr>
          <a:xfrm>
            <a:off x="14922236" y="15402132"/>
            <a:ext cx="6662148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98" name="Text 8">
            <a:extLst>
              <a:ext uri="{FF2B5EF4-FFF2-40B4-BE49-F238E27FC236}">
                <a16:creationId xmlns:a16="http://schemas.microsoft.com/office/drawing/2014/main" id="{EF56502E-245E-642C-AC6B-4F8B8429525E}"/>
              </a:ext>
            </a:extLst>
          </p:cNvPr>
          <p:cNvSpPr/>
          <p:nvPr/>
        </p:nvSpPr>
        <p:spPr>
          <a:xfrm>
            <a:off x="15111924" y="15760349"/>
            <a:ext cx="6151792" cy="30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+16.91% improvement over image‑only approach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399" name="Shape 9">
            <a:extLst>
              <a:ext uri="{FF2B5EF4-FFF2-40B4-BE49-F238E27FC236}">
                <a16:creationId xmlns:a16="http://schemas.microsoft.com/office/drawing/2014/main" id="{D55A5124-638D-088F-3961-CC9B821A9A4D}"/>
              </a:ext>
            </a:extLst>
          </p:cNvPr>
          <p:cNvSpPr/>
          <p:nvPr/>
        </p:nvSpPr>
        <p:spPr>
          <a:xfrm>
            <a:off x="21877388" y="15387123"/>
            <a:ext cx="6850899" cy="701585"/>
          </a:xfrm>
          <a:prstGeom prst="roundRect">
            <a:avLst>
              <a:gd name="adj" fmla="val 630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00" name="Text 10">
            <a:extLst>
              <a:ext uri="{FF2B5EF4-FFF2-40B4-BE49-F238E27FC236}">
                <a16:creationId xmlns:a16="http://schemas.microsoft.com/office/drawing/2014/main" id="{D57997FD-371A-706D-0B05-9AF8669A4CC1}"/>
              </a:ext>
            </a:extLst>
          </p:cNvPr>
          <p:cNvSpPr/>
          <p:nvPr/>
        </p:nvSpPr>
        <p:spPr>
          <a:xfrm>
            <a:off x="22340578" y="15752924"/>
            <a:ext cx="5730824" cy="30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Open Sans" pitchFamily="34" charset="-120"/>
              </a:rPr>
              <a:t>Enables real‑time disaster response for millions</a:t>
            </a:r>
            <a:endParaRPr lang="en-US" sz="2200" b="1" dirty="0"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52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215</Words>
  <Application>Microsoft Office PowerPoint</Application>
  <PresentationFormat>Custom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Open Sans</vt:lpstr>
      <vt:lpstr>Source Sans Pro Black</vt:lpstr>
      <vt:lpstr>Source Sans Pro Regular</vt:lpstr>
      <vt:lpstr>Unbounded Bold</vt:lpstr>
      <vt:lpstr>Office Theme</vt:lpstr>
      <vt:lpstr>BanglaMM-Disaster: A Multimodal Transformer-Based Deep Learning Framework for Multiclass Disaster Classification in Bangla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Rakib Hossain Sajib</dc:creator>
  <cp:lastModifiedBy>Rifat Hossain</cp:lastModifiedBy>
  <cp:revision>5</cp:revision>
  <dcterms:modified xsi:type="dcterms:W3CDTF">2025-08-19T17:40:42Z</dcterms:modified>
</cp:coreProperties>
</file>